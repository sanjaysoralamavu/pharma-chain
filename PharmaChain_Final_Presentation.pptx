
<file path=[Content_Types].xml><?xml version="1.0" encoding="utf-8"?>
<Types xmlns="http://schemas.openxmlformats.org/package/2006/content-types"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50" r:id="rId2"/>
  </p:sldMasterIdLst>
  <p:notesMasterIdLst>
    <p:notesMasterId r:id="rId16"/>
  </p:notesMasterIdLst>
  <p:sldIdLst>
    <p:sldId id="256" r:id="rId3"/>
    <p:sldId id="257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9" r:id="rId15"/>
  </p:sldIdLst>
  <p:sldSz cx="12192000" cy="6858000"/>
  <p:notesSz cx="6858000" cy="9144000"/>
  <p:defaultTextStyle>
    <a:defPPr>
      <a:defRPr lang="en-US"/>
    </a:defPPr>
    <a:lvl1pPr marL="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11"/>
    <p:restoredTop sz="94685"/>
  </p:normalViewPr>
  <p:slideViewPr>
    <p:cSldViewPr snapToGrid="0">
      <p:cViewPr varScale="1">
        <p:scale>
          <a:sx n="117" d="100"/>
          <a:sy n="117" d="100"/>
        </p:scale>
        <p:origin x="552" y="1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viewProps" Target="viewProps.xml"/><Relationship Id="rId3" Type="http://schemas.openxmlformats.org/officeDocument/2006/relationships/slide" Target="slides/slide1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notesMaster" Target="notesMasters/notesMaster1.xml"/><Relationship Id="rId2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10" Type="http://schemas.openxmlformats.org/officeDocument/2006/relationships/slide" Target="slides/slide8.xml"/><Relationship Id="rId19" Type="http://schemas.openxmlformats.org/officeDocument/2006/relationships/theme" Target="theme/theme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"/>
          <p:cNvSpPr>
            <a:spLocks noGrp="1"/>
          </p:cNvSpPr>
          <p:nvPr>
            <p:ph type="hdr" sz="quarter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3" name="Date Placeholder"/>
          <p:cNvSpPr>
            <a:spLocks noGrp="1"/>
          </p:cNvSpPr>
          <p:nvPr>
            <p:ph type="dt" sz="quarter" idx="1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" name="Slide Image Placeholder"/>
          <p:cNvSpPr>
            <a:spLocks noGrp="1" noRot="1" noChangeAspect="1"/>
          </p:cNvSpPr>
          <p:nvPr>
            <p:ph type="sldImg" idx="2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" name="Notes Placeholder"/>
          <p:cNvSpPr>
            <a:spLocks noGrp="1"/>
          </p:cNvSpPr>
          <p:nvPr>
            <p:ph type="body" sz="quarter" idx="3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6" name="Footer Placeholder"/>
          <p:cNvSpPr>
            <a:spLocks noGrp="1"/>
          </p:cNvSpPr>
          <p:nvPr>
            <p:ph type="ftr" sz="quarter" idx="4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7" name="Slide Number Placeholder"/>
          <p:cNvSpPr>
            <a:spLocks noGrp="1"/>
          </p:cNvSpPr>
          <p:nvPr>
            <p:ph type="sldNum" sz="quarter" idx="5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/>
    </a:lvl1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1" name="Google Shape;4771;p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772" name="Google Shape;4772;p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reheader">
  <p:cSld name="23: *Presentation title slide with preheader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Google Shape;10;p19"/>
          <p:cNvPicPr preferRelativeResize="0"/>
          <p:nvPr/>
        </p:nvPicPr>
        <p:blipFill rotWithShape="1">
          <a:blip r:embed="rId2">
            <a:alphaModFix/>
          </a:blip>
          <a:srcRect l="30" r="40"/>
          <a:stretch/>
        </p:blipFill>
        <p:spPr>
          <a:xfrm>
            <a:off x="1" y="-2300"/>
            <a:ext cx="12192004" cy="6862599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19"/>
          <p:cNvSpPr txBox="1">
            <a:spLocks noGrp="1"/>
          </p:cNvSpPr>
          <p:nvPr>
            <p:ph type="ctrTitle"/>
          </p:nvPr>
        </p:nvSpPr>
        <p:spPr>
          <a:xfrm>
            <a:off x="560833" y="1534592"/>
            <a:ext cx="11215600" cy="8863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12" name="Google Shape;12;p19"/>
          <p:cNvSpPr txBox="1">
            <a:spLocks noGrp="1"/>
          </p:cNvSpPr>
          <p:nvPr>
            <p:ph type="subTitle" idx="1"/>
          </p:nvPr>
        </p:nvSpPr>
        <p:spPr>
          <a:xfrm>
            <a:off x="560833" y="1182633"/>
            <a:ext cx="11215600" cy="328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13" name="Google Shape;13;p19" descr="ASU_Horiz_RGB_Digital_MaroonGold.png"/>
          <p:cNvPicPr preferRelativeResize="0"/>
          <p:nvPr/>
        </p:nvPicPr>
        <p:blipFill rotWithShape="1">
          <a:blip r:embed="rId3">
            <a:alphaModFix/>
          </a:blip>
          <a:srcRect l="3994" t="13045" r="2039" b="14159"/>
          <a:stretch/>
        </p:blipFill>
        <p:spPr>
          <a:xfrm>
            <a:off x="414431" y="5517283"/>
            <a:ext cx="5023100" cy="1080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8192380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 with divider — white">
  <p:cSld name="23: Title and text, 2 column with divider — white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20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" name="Google Shape;16;p20"/>
          <p:cNvSpPr txBox="1">
            <a:spLocks noGrp="1"/>
          </p:cNvSpPr>
          <p:nvPr>
            <p:ph type="body" idx="1"/>
          </p:nvPr>
        </p:nvSpPr>
        <p:spPr>
          <a:xfrm>
            <a:off x="560833" y="1333433"/>
            <a:ext cx="5474000" cy="31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17" name="Google Shape;17;p20"/>
          <p:cNvSpPr txBox="1">
            <a:spLocks noGrp="1"/>
          </p:cNvSpPr>
          <p:nvPr>
            <p:ph type="body" idx="2"/>
          </p:nvPr>
        </p:nvSpPr>
        <p:spPr>
          <a:xfrm>
            <a:off x="6156967" y="1333433"/>
            <a:ext cx="5584000" cy="31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cxnSp>
        <p:nvCxnSpPr>
          <p:cNvPr id="18" name="Google Shape;18;p20"/>
          <p:cNvCxnSpPr/>
          <p:nvPr/>
        </p:nvCxnSpPr>
        <p:spPr>
          <a:xfrm>
            <a:off x="6102164" y="1888725"/>
            <a:ext cx="0" cy="26940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9" name="Google Shape;19;p20"/>
          <p:cNvSpPr txBox="1">
            <a:spLocks noGrp="1"/>
          </p:cNvSpPr>
          <p:nvPr>
            <p:ph type="body" idx="3"/>
          </p:nvPr>
        </p:nvSpPr>
        <p:spPr>
          <a:xfrm>
            <a:off x="560833" y="4748867"/>
            <a:ext cx="11179600" cy="1688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pic>
        <p:nvPicPr>
          <p:cNvPr id="20" name="Google Shape;20;p20"/>
          <p:cNvPicPr preferRelativeResize="0"/>
          <p:nvPr/>
        </p:nvPicPr>
        <p:blipFill rotWithShape="1">
          <a:blip r:embed="rId2">
            <a:alphaModFix/>
          </a:blip>
          <a:srcRect l="30" r="40"/>
          <a:stretch/>
        </p:blipFill>
        <p:spPr>
          <a:xfrm>
            <a:off x="1" y="-2300"/>
            <a:ext cx="12192004" cy="686259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4851160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white">
  <p:cSld name="23: z-Blank, with network pattern, white"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Google Shape;22;p21"/>
          <p:cNvPicPr preferRelativeResize="0"/>
          <p:nvPr/>
        </p:nvPicPr>
        <p:blipFill rotWithShape="1">
          <a:blip r:embed="rId2">
            <a:alphaModFix/>
          </a:blip>
          <a:srcRect l="30" r="40"/>
          <a:stretch/>
        </p:blipFill>
        <p:spPr>
          <a:xfrm>
            <a:off x="1" y="-2300"/>
            <a:ext cx="12192004" cy="686259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215424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black">
  <p:cSld name="23: Section intro, pattern background — black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Google Shape;24;p22"/>
          <p:cNvPicPr preferRelativeResize="0"/>
          <p:nvPr/>
        </p:nvPicPr>
        <p:blipFill rotWithShape="1">
          <a:blip r:embed="rId2">
            <a:alphaModFix/>
          </a:blip>
          <a:srcRect l="20" r="20"/>
          <a:stretch/>
        </p:blipFill>
        <p:spPr>
          <a:xfrm>
            <a:off x="1" y="-2966"/>
            <a:ext cx="12192004" cy="6866837"/>
          </a:xfrm>
          <a:prstGeom prst="rect">
            <a:avLst/>
          </a:prstGeom>
          <a:noFill/>
          <a:ln>
            <a:noFill/>
          </a:ln>
        </p:spPr>
      </p:pic>
      <p:sp>
        <p:nvSpPr>
          <p:cNvPr id="25" name="Google Shape;25;p22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1800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5867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>
              <a:lnSpc>
                <a:spcPct val="90000"/>
              </a:lnSpc>
              <a:spcBef>
                <a:spcPts val="1067"/>
              </a:spcBef>
              <a:spcAft>
                <a:spcPts val="1067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7291165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*READ ME — Find more tips and tools">
  <p:cSld name="23: ***READ ME — Find more tips and tools">
    <p:spTree>
      <p:nvGrpSpPr>
        <p:cNvPr id="1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23"/>
          <p:cNvSpPr/>
          <p:nvPr/>
        </p:nvSpPr>
        <p:spPr>
          <a:xfrm>
            <a:off x="0" y="0"/>
            <a:ext cx="2891200" cy="68580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" name="Google Shape;28;p23"/>
          <p:cNvSpPr txBox="1"/>
          <p:nvPr/>
        </p:nvSpPr>
        <p:spPr>
          <a:xfrm>
            <a:off x="3027800" y="0"/>
            <a:ext cx="9004400" cy="68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200"/>
              <a:buFont typeface="Arial"/>
              <a:buNone/>
            </a:pPr>
            <a:r>
              <a:rPr lang="en-US" sz="6933" b="1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For more tips, tools, layouts to help make your presentations shine, visit:</a:t>
            </a:r>
            <a:endParaRPr sz="6933" b="1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80000"/>
              </a:lnSpc>
              <a:spcBef>
                <a:spcPts val="2000"/>
              </a:spcBef>
              <a:spcAft>
                <a:spcPts val="2000"/>
              </a:spcAft>
              <a:buClr>
                <a:srgbClr val="000000"/>
              </a:buClr>
              <a:buSzPts val="5200"/>
              <a:buFont typeface="Arial"/>
              <a:buNone/>
            </a:pPr>
            <a:r>
              <a:rPr lang="en-US" sz="6933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rPr>
              <a:t>https://links.asu.edu/</a:t>
            </a:r>
            <a:br>
              <a:rPr lang="en-US" sz="6933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rPr>
            </a:br>
            <a:r>
              <a:rPr lang="en-US" sz="6933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rPr>
              <a:t>official-presentation-template </a:t>
            </a:r>
            <a:endParaRPr sz="6933" b="1" i="0" u="none" strike="noStrike" cap="none">
              <a:solidFill>
                <a:schemeClr val="dk1"/>
              </a:solidFill>
              <a:highlight>
                <a:schemeClr val="accent1"/>
              </a:highlight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5551571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READ ME — Find more branded templates and tools for your use">
  <p:cSld name="23: **READ ME — Find more branded templates and tools for your use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24"/>
          <p:cNvSpPr/>
          <p:nvPr/>
        </p:nvSpPr>
        <p:spPr>
          <a:xfrm>
            <a:off x="0" y="0"/>
            <a:ext cx="2891200" cy="68580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" name="Google Shape;31;p24"/>
          <p:cNvSpPr txBox="1"/>
          <p:nvPr/>
        </p:nvSpPr>
        <p:spPr>
          <a:xfrm>
            <a:off x="3027800" y="0"/>
            <a:ext cx="9004400" cy="68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200"/>
              <a:buFont typeface="Arial"/>
              <a:buNone/>
            </a:pPr>
            <a:r>
              <a:rPr lang="en-US" sz="6933" b="1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Find more branded templates created for your use:</a:t>
            </a:r>
            <a:endParaRPr sz="6933" b="1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80000"/>
              </a:lnSpc>
              <a:spcBef>
                <a:spcPts val="2000"/>
              </a:spcBef>
              <a:spcAft>
                <a:spcPts val="2000"/>
              </a:spcAft>
              <a:buClr>
                <a:srgbClr val="000000"/>
              </a:buClr>
              <a:buSzPts val="5200"/>
              <a:buFont typeface="Arial"/>
              <a:buNone/>
            </a:pPr>
            <a:r>
              <a:rPr lang="en-US" sz="6933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rPr>
              <a:t>https://brandguide.</a:t>
            </a:r>
            <a:br>
              <a:rPr lang="en-US" sz="6933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rPr>
            </a:br>
            <a:r>
              <a:rPr lang="en-US" sz="6933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rPr>
              <a:t>asu.edu/tools/</a:t>
            </a:r>
            <a:br>
              <a:rPr lang="en-US" sz="6933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rPr>
            </a:br>
            <a:r>
              <a:rPr lang="en-US" sz="6933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rPr>
              <a:t>templates-libraries </a:t>
            </a:r>
            <a:endParaRPr sz="6933" b="1" i="0" u="none" strike="noStrike" cap="none">
              <a:solidFill>
                <a:schemeClr val="dk1"/>
              </a:solidFill>
              <a:highlight>
                <a:schemeClr val="accent1"/>
              </a:highlight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4864833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options divider &gt;&gt;&gt; choose from following templates →">
  <p:cSld name="23: *Presentation title slide options divider &gt;&gt;&gt; choose from following templates →">
    <p:bg>
      <p:bgPr>
        <a:solidFill>
          <a:schemeClr val="lt2"/>
        </a:solidFill>
        <a:effectLst/>
      </p:bgPr>
    </p:bg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25"/>
          <p:cNvSpPr txBox="1"/>
          <p:nvPr/>
        </p:nvSpPr>
        <p:spPr>
          <a:xfrm>
            <a:off x="3215633" y="1420480"/>
            <a:ext cx="8384400" cy="39887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200"/>
              <a:buFont typeface="Arial"/>
              <a:buNone/>
            </a:pPr>
            <a:r>
              <a:rPr lang="en-US" sz="9600" b="1" i="0" u="none" strike="noStrike" cap="none">
                <a:solidFill>
                  <a:srgbClr val="FFFFFF"/>
                </a:solidFill>
                <a:highlight>
                  <a:srgbClr val="191919"/>
                </a:highlight>
                <a:latin typeface="Arial"/>
                <a:ea typeface="Arial"/>
                <a:cs typeface="Arial"/>
                <a:sym typeface="Arial"/>
              </a:rPr>
              <a:t>Presentation title slide options</a:t>
            </a:r>
            <a:endParaRPr sz="9600" b="1" i="0" u="none" strike="noStrike" cap="none">
              <a:solidFill>
                <a:srgbClr val="FFFFFF"/>
              </a:solidFill>
              <a:highlight>
                <a:srgbClr val="191919"/>
              </a:highlight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" name="Google Shape;34;p25"/>
          <p:cNvSpPr/>
          <p:nvPr/>
        </p:nvSpPr>
        <p:spPr>
          <a:xfrm>
            <a:off x="0" y="0"/>
            <a:ext cx="2891200" cy="68580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0357582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subtitle">
  <p:cSld name="23: *Presentation title slide with subtitle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26"/>
          <p:cNvSpPr txBox="1">
            <a:spLocks noGrp="1"/>
          </p:cNvSpPr>
          <p:nvPr>
            <p:ph type="ctrTitle"/>
          </p:nvPr>
        </p:nvSpPr>
        <p:spPr>
          <a:xfrm>
            <a:off x="560833" y="1673100"/>
            <a:ext cx="11215600" cy="3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7" name="Google Shape;37;p26"/>
          <p:cNvSpPr txBox="1">
            <a:spLocks noGrp="1"/>
          </p:cNvSpPr>
          <p:nvPr>
            <p:ph type="subTitle" idx="1"/>
          </p:nvPr>
        </p:nvSpPr>
        <p:spPr>
          <a:xfrm>
            <a:off x="560800" y="5636467"/>
            <a:ext cx="11215600" cy="4924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32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38" name="Google Shape;38;p2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4" t="13045" r="2039" b="14159"/>
          <a:stretch/>
        </p:blipFill>
        <p:spPr>
          <a:xfrm>
            <a:off x="426734" y="246067"/>
            <a:ext cx="5023100" cy="1080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7340590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hoto background">
  <p:cSld name="23: *Presentation title slide with photo background">
    <p:spTree>
      <p:nvGrpSpPr>
        <p:cNvPr id="1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27"/>
          <p:cNvSpPr>
            <a:spLocks noGrp="1"/>
          </p:cNvSpPr>
          <p:nvPr>
            <p:ph type="pic" idx="2"/>
          </p:nvPr>
        </p:nvSpPr>
        <p:spPr>
          <a:xfrm>
            <a:off x="0" y="-12300"/>
            <a:ext cx="12192000" cy="5191600"/>
          </a:xfrm>
          <a:prstGeom prst="rect">
            <a:avLst/>
          </a:prstGeom>
          <a:noFill/>
          <a:ln>
            <a:noFill/>
          </a:ln>
        </p:spPr>
      </p:sp>
      <p:sp>
        <p:nvSpPr>
          <p:cNvPr id="41" name="Google Shape;41;p27"/>
          <p:cNvSpPr txBox="1">
            <a:spLocks noGrp="1"/>
          </p:cNvSpPr>
          <p:nvPr>
            <p:ph type="ctrTitle"/>
          </p:nvPr>
        </p:nvSpPr>
        <p:spPr>
          <a:xfrm>
            <a:off x="560833" y="1326067"/>
            <a:ext cx="11215600" cy="309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6400">
                <a:highlight>
                  <a:schemeClr val="lt1"/>
                </a:highlight>
              </a:defRPr>
            </a:lvl1pPr>
            <a:lvl2pPr lvl="1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42" name="Google Shape;42;p27"/>
          <p:cNvSpPr txBox="1">
            <a:spLocks noGrp="1"/>
          </p:cNvSpPr>
          <p:nvPr>
            <p:ph type="body" idx="1"/>
          </p:nvPr>
        </p:nvSpPr>
        <p:spPr>
          <a:xfrm>
            <a:off x="5596133" y="5671567"/>
            <a:ext cx="6144400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600" b="1">
                <a:solidFill>
                  <a:schemeClr val="dk1"/>
                </a:solidFill>
              </a:defRPr>
            </a:lvl1pPr>
            <a:lvl2pPr marL="1219170" lvl="1" indent="-406390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600" b="1">
                <a:solidFill>
                  <a:schemeClr val="dk1"/>
                </a:solidFill>
              </a:defRPr>
            </a:lvl2pPr>
            <a:lvl3pPr marL="1828754" lvl="2" indent="-406390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600" b="1">
                <a:solidFill>
                  <a:schemeClr val="dk1"/>
                </a:solidFill>
              </a:defRPr>
            </a:lvl3pPr>
            <a:lvl4pPr marL="2438339" lvl="3" indent="-406390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600" b="1">
                <a:solidFill>
                  <a:schemeClr val="dk1"/>
                </a:solidFill>
              </a:defRPr>
            </a:lvl4pPr>
            <a:lvl5pPr marL="3047924" lvl="4" indent="-406390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600" b="1">
                <a:solidFill>
                  <a:schemeClr val="dk1"/>
                </a:solidFill>
              </a:defRPr>
            </a:lvl5pPr>
            <a:lvl6pPr marL="3657509" lvl="5" indent="-406390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600" b="1">
                <a:solidFill>
                  <a:schemeClr val="dk1"/>
                </a:solidFill>
              </a:defRPr>
            </a:lvl6pPr>
            <a:lvl7pPr marL="4267093" lvl="6" indent="-406390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600" b="1">
                <a:solidFill>
                  <a:schemeClr val="dk1"/>
                </a:solidFill>
              </a:defRPr>
            </a:lvl7pPr>
            <a:lvl8pPr marL="4876678" lvl="7" indent="-406390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600" b="1">
                <a:solidFill>
                  <a:schemeClr val="dk1"/>
                </a:solidFill>
              </a:defRPr>
            </a:lvl8pPr>
            <a:lvl9pPr marL="5486263" lvl="8" indent="-406390" algn="l">
              <a:lnSpc>
                <a:spcPct val="100000"/>
              </a:lnSpc>
              <a:spcBef>
                <a:spcPts val="1067"/>
              </a:spcBef>
              <a:spcAft>
                <a:spcPts val="1067"/>
              </a:spcAft>
              <a:buClr>
                <a:schemeClr val="dk1"/>
              </a:buClr>
              <a:buSzPts val="1200"/>
              <a:buChar char="■"/>
              <a:defRPr sz="16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pic>
        <p:nvPicPr>
          <p:cNvPr id="43" name="Google Shape;43;p2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4" t="13045" r="2039" b="14159"/>
          <a:stretch/>
        </p:blipFill>
        <p:spPr>
          <a:xfrm>
            <a:off x="414431" y="5517283"/>
            <a:ext cx="5023100" cy="1080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4419508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slide options divider &gt;&gt;&gt; choose from following templates →">
  <p:cSld name="23: Agenda slide options divider &gt;&gt;&gt; choose from following templates →">
    <p:bg>
      <p:bgPr>
        <a:solidFill>
          <a:schemeClr val="lt2"/>
        </a:solidFill>
        <a:effectLst/>
      </p:bgPr>
    </p:bg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28"/>
          <p:cNvSpPr txBox="1"/>
          <p:nvPr/>
        </p:nvSpPr>
        <p:spPr>
          <a:xfrm>
            <a:off x="3215633" y="1420480"/>
            <a:ext cx="8384400" cy="39887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200"/>
              <a:buFont typeface="Arial"/>
              <a:buNone/>
            </a:pPr>
            <a:r>
              <a:rPr lang="en-US" sz="9600" b="1" i="0" u="none" strike="noStrike" cap="none">
                <a:solidFill>
                  <a:srgbClr val="FFFFFF"/>
                </a:solidFill>
                <a:highlight>
                  <a:srgbClr val="191919"/>
                </a:highlight>
                <a:latin typeface="Arial"/>
                <a:ea typeface="Arial"/>
                <a:cs typeface="Arial"/>
                <a:sym typeface="Arial"/>
              </a:rPr>
              <a:t>Agenda or schedule slide options</a:t>
            </a:r>
            <a:endParaRPr sz="9600" b="1" i="0" u="none" strike="noStrike" cap="none">
              <a:solidFill>
                <a:srgbClr val="FFFFFF"/>
              </a:solidFill>
              <a:highlight>
                <a:srgbClr val="191919"/>
              </a:highlight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" name="Google Shape;46;p28"/>
          <p:cNvSpPr/>
          <p:nvPr/>
        </p:nvSpPr>
        <p:spPr>
          <a:xfrm>
            <a:off x="0" y="0"/>
            <a:ext cx="2891200" cy="68580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1363825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white">
  <p:cSld name="23: Agenda — white">
    <p:bg>
      <p:bgPr>
        <a:solidFill>
          <a:schemeClr val="lt1"/>
        </a:solidFill>
        <a:effectLst/>
      </p:bgPr>
    </p:bg>
    <p:spTree>
      <p:nvGrpSpPr>
        <p:cNvPr id="1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29"/>
          <p:cNvSpPr txBox="1">
            <a:spLocks noGrp="1"/>
          </p:cNvSpPr>
          <p:nvPr>
            <p:ph type="title"/>
          </p:nvPr>
        </p:nvSpPr>
        <p:spPr>
          <a:xfrm>
            <a:off x="426733" y="426733"/>
            <a:ext cx="40476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49" name="Google Shape;49;p29"/>
          <p:cNvCxnSpPr/>
          <p:nvPr/>
        </p:nvCxnSpPr>
        <p:spPr>
          <a:xfrm>
            <a:off x="4964907" y="2501567"/>
            <a:ext cx="0" cy="1840400"/>
          </a:xfrm>
          <a:prstGeom prst="straightConnector1">
            <a:avLst/>
          </a:prstGeom>
          <a:noFill/>
          <a:ln w="28575" cap="flat" cmpd="sng">
            <a:solidFill>
              <a:srgbClr val="FFC627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50" name="Google Shape;50;p29"/>
          <p:cNvSpPr txBox="1">
            <a:spLocks noGrp="1"/>
          </p:cNvSpPr>
          <p:nvPr>
            <p:ph type="body" idx="1"/>
          </p:nvPr>
        </p:nvSpPr>
        <p:spPr>
          <a:xfrm>
            <a:off x="5596133" y="430600"/>
            <a:ext cx="61448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pic>
        <p:nvPicPr>
          <p:cNvPr id="51" name="Google Shape;51;p29"/>
          <p:cNvPicPr preferRelativeResize="0"/>
          <p:nvPr/>
        </p:nvPicPr>
        <p:blipFill rotWithShape="1">
          <a:blip r:embed="rId2">
            <a:alphaModFix/>
          </a:blip>
          <a:srcRect l="30" r="40"/>
          <a:stretch/>
        </p:blipFill>
        <p:spPr>
          <a:xfrm>
            <a:off x="1" y="-2300"/>
            <a:ext cx="12192004" cy="686259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6875850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black">
  <p:cSld name="23: Agenda — black">
    <p:bg>
      <p:bgPr>
        <a:solidFill>
          <a:schemeClr val="dk1"/>
        </a:solidFill>
        <a:effectLst/>
      </p:bgPr>
    </p:bg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30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39136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4" name="Google Shape;54;p30"/>
          <p:cNvSpPr txBox="1"/>
          <p:nvPr/>
        </p:nvSpPr>
        <p:spPr>
          <a:xfrm>
            <a:off x="4834133" y="1512700"/>
            <a:ext cx="1409600" cy="38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500"/>
              <a:buFont typeface="Arial"/>
              <a:buNone/>
            </a:pPr>
            <a:r>
              <a:rPr lang="en-US" sz="29999" b="0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{</a:t>
            </a:r>
            <a:endParaRPr sz="1467" b="0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30"/>
          <p:cNvSpPr txBox="1">
            <a:spLocks noGrp="1"/>
          </p:cNvSpPr>
          <p:nvPr>
            <p:ph type="subTitle" idx="1"/>
          </p:nvPr>
        </p:nvSpPr>
        <p:spPr>
          <a:xfrm>
            <a:off x="6583667" y="426600"/>
            <a:ext cx="51572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lvl="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6960199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slide options divider  &gt;&gt;&gt; choose from following templates →">
  <p:cSld name="23: Section intro slide options divider  &gt;&gt;&gt; choose from following templates →">
    <p:bg>
      <p:bgPr>
        <a:solidFill>
          <a:schemeClr val="lt2"/>
        </a:solidFill>
        <a:effectLst/>
      </p:bgPr>
    </p:bg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31"/>
          <p:cNvSpPr txBox="1"/>
          <p:nvPr/>
        </p:nvSpPr>
        <p:spPr>
          <a:xfrm>
            <a:off x="3215633" y="2106099"/>
            <a:ext cx="8384400" cy="26591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200"/>
              <a:buFont typeface="Arial"/>
              <a:buNone/>
            </a:pPr>
            <a:r>
              <a:rPr lang="en-US" sz="9600" b="1" i="0" u="none" strike="noStrike" cap="none">
                <a:solidFill>
                  <a:srgbClr val="FFFFFF"/>
                </a:solidFill>
                <a:highlight>
                  <a:srgbClr val="191919"/>
                </a:highlight>
                <a:latin typeface="Arial"/>
                <a:ea typeface="Arial"/>
                <a:cs typeface="Arial"/>
                <a:sym typeface="Arial"/>
              </a:rPr>
              <a:t>Section intro slide options</a:t>
            </a:r>
            <a:endParaRPr sz="9600" b="1" i="0" u="none" strike="noStrike" cap="none">
              <a:solidFill>
                <a:srgbClr val="FFFFFF"/>
              </a:solidFill>
              <a:highlight>
                <a:srgbClr val="191919"/>
              </a:highlight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" name="Google Shape;58;p31"/>
          <p:cNvSpPr/>
          <p:nvPr/>
        </p:nvSpPr>
        <p:spPr>
          <a:xfrm>
            <a:off x="0" y="0"/>
            <a:ext cx="2891200" cy="68580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1702972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23: Section intro — black">
    <p:bg>
      <p:bgPr>
        <a:solidFill>
          <a:schemeClr val="dk1"/>
        </a:solidFill>
        <a:effectLst/>
      </p:bgPr>
    </p:bg>
    <p:spTree>
      <p:nvGrpSpPr>
        <p:cNvPr id="1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" name="Google Shape;60;p32"/>
          <p:cNvPicPr preferRelativeResize="0"/>
          <p:nvPr/>
        </p:nvPicPr>
        <p:blipFill rotWithShape="1">
          <a:blip r:embed="rId2">
            <a:alphaModFix/>
          </a:blip>
          <a:srcRect l="7060" t="13181" r="5885" b="8920"/>
          <a:stretch/>
        </p:blipFill>
        <p:spPr>
          <a:xfrm>
            <a:off x="10619234" y="5905300"/>
            <a:ext cx="1240599" cy="652067"/>
          </a:xfrm>
          <a:prstGeom prst="rect">
            <a:avLst/>
          </a:prstGeom>
          <a:noFill/>
          <a:ln>
            <a:noFill/>
          </a:ln>
        </p:spPr>
      </p:pic>
      <p:sp>
        <p:nvSpPr>
          <p:cNvPr id="61" name="Google Shape;61;p32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6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6400">
                <a:solidFill>
                  <a:schemeClr val="accent1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5549019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23: Section intro — gold">
    <p:bg>
      <p:bgPr>
        <a:solidFill>
          <a:schemeClr val="accent1"/>
        </a:solidFill>
        <a:effectLst/>
      </p:bgPr>
    </p:bg>
    <p:spTree>
      <p:nvGrpSpPr>
        <p:cNvPr id="1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33"/>
          <p:cNvSpPr txBox="1">
            <a:spLocks noGrp="1"/>
          </p:cNvSpPr>
          <p:nvPr>
            <p:ph type="title"/>
          </p:nvPr>
        </p:nvSpPr>
        <p:spPr>
          <a:xfrm>
            <a:off x="764033" y="629933"/>
            <a:ext cx="112156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pic>
        <p:nvPicPr>
          <p:cNvPr id="64" name="Google Shape;64;p33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729" t="13552" r="59275" b="16228"/>
          <a:stretch/>
        </p:blipFill>
        <p:spPr>
          <a:xfrm>
            <a:off x="10822433" y="6102367"/>
            <a:ext cx="1157200" cy="6096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7282425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23: Section intro — maroon">
    <p:bg>
      <p:bgPr>
        <a:solidFill>
          <a:schemeClr val="accent2"/>
        </a:solidFill>
        <a:effectLst/>
      </p:bgPr>
    </p:bg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Google Shape;66;p34"/>
          <p:cNvPicPr preferRelativeResize="0"/>
          <p:nvPr/>
        </p:nvPicPr>
        <p:blipFill rotWithShape="1">
          <a:blip r:embed="rId2">
            <a:alphaModFix/>
          </a:blip>
          <a:srcRect l="7060" t="13181" r="5885" b="8920"/>
          <a:stretch/>
        </p:blipFill>
        <p:spPr>
          <a:xfrm>
            <a:off x="10619234" y="5905300"/>
            <a:ext cx="1240599" cy="652067"/>
          </a:xfrm>
          <a:prstGeom prst="rect">
            <a:avLst/>
          </a:prstGeom>
          <a:noFill/>
          <a:ln>
            <a:noFill/>
          </a:ln>
        </p:spPr>
      </p:pic>
      <p:sp>
        <p:nvSpPr>
          <p:cNvPr id="67" name="Google Shape;67;p34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6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6400">
                <a:solidFill>
                  <a:schemeClr val="lt1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4988263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white">
  <p:cSld name="23: Section intro with preheader — white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35"/>
          <p:cNvSpPr txBox="1">
            <a:spLocks noGrp="1"/>
          </p:cNvSpPr>
          <p:nvPr>
            <p:ph type="title"/>
          </p:nvPr>
        </p:nvSpPr>
        <p:spPr>
          <a:xfrm>
            <a:off x="560833" y="1525433"/>
            <a:ext cx="11180000" cy="49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0" name="Google Shape;70;p35"/>
          <p:cNvSpPr txBox="1">
            <a:spLocks noGrp="1"/>
          </p:cNvSpPr>
          <p:nvPr>
            <p:ph type="subTitle" idx="1"/>
          </p:nvPr>
        </p:nvSpPr>
        <p:spPr>
          <a:xfrm>
            <a:off x="560833" y="1182633"/>
            <a:ext cx="11215600" cy="328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5993074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black">
  <p:cSld name="23: Section intro with preheader — black">
    <p:bg>
      <p:bgPr>
        <a:solidFill>
          <a:schemeClr val="dk1"/>
        </a:solidFill>
        <a:effectLst/>
      </p:bgPr>
    </p:bg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36"/>
          <p:cNvSpPr txBox="1">
            <a:spLocks noGrp="1"/>
          </p:cNvSpPr>
          <p:nvPr>
            <p:ph type="title"/>
          </p:nvPr>
        </p:nvSpPr>
        <p:spPr>
          <a:xfrm>
            <a:off x="560833" y="1525433"/>
            <a:ext cx="11180000" cy="49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3" name="Google Shape;73;p36"/>
          <p:cNvSpPr txBox="1">
            <a:spLocks noGrp="1"/>
          </p:cNvSpPr>
          <p:nvPr>
            <p:ph type="subTitle" idx="1"/>
          </p:nvPr>
        </p:nvSpPr>
        <p:spPr>
          <a:xfrm>
            <a:off x="560833" y="1182633"/>
            <a:ext cx="11215600" cy="328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2804367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gold">
  <p:cSld name="23: Section intro with preheader — gold">
    <p:bg>
      <p:bgPr>
        <a:solidFill>
          <a:schemeClr val="accent1"/>
        </a:solidFill>
        <a:effectLst/>
      </p:bgPr>
    </p:bg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37"/>
          <p:cNvSpPr txBox="1">
            <a:spLocks noGrp="1"/>
          </p:cNvSpPr>
          <p:nvPr>
            <p:ph type="title"/>
          </p:nvPr>
        </p:nvSpPr>
        <p:spPr>
          <a:xfrm>
            <a:off x="560833" y="1525433"/>
            <a:ext cx="11180000" cy="49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6" name="Google Shape;76;p37"/>
          <p:cNvSpPr txBox="1">
            <a:spLocks noGrp="1"/>
          </p:cNvSpPr>
          <p:nvPr>
            <p:ph type="subTitle" idx="1"/>
          </p:nvPr>
        </p:nvSpPr>
        <p:spPr>
          <a:xfrm>
            <a:off x="560833" y="1182633"/>
            <a:ext cx="11215600" cy="328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071363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maroon">
  <p:cSld name="23: Section intro with preheader — maroon">
    <p:bg>
      <p:bgPr>
        <a:solidFill>
          <a:schemeClr val="accent2"/>
        </a:solidFill>
        <a:effectLst/>
      </p:bgPr>
    </p:bg>
    <p:spTree>
      <p:nvGrpSpPr>
        <p:cNvPr id="1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38"/>
          <p:cNvSpPr txBox="1">
            <a:spLocks noGrp="1"/>
          </p:cNvSpPr>
          <p:nvPr>
            <p:ph type="title"/>
          </p:nvPr>
        </p:nvSpPr>
        <p:spPr>
          <a:xfrm>
            <a:off x="560833" y="1525433"/>
            <a:ext cx="11180000" cy="49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9" name="Google Shape;79;p38"/>
          <p:cNvSpPr txBox="1">
            <a:spLocks noGrp="1"/>
          </p:cNvSpPr>
          <p:nvPr>
            <p:ph type="subTitle" idx="1"/>
          </p:nvPr>
        </p:nvSpPr>
        <p:spPr>
          <a:xfrm>
            <a:off x="560833" y="1182633"/>
            <a:ext cx="11215600" cy="328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836264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white">
  <p:cSld name="23: Section intro, pattern background — white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" name="Google Shape;81;p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92013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2" name="Google Shape;82;p39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1800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5867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>
              <a:lnSpc>
                <a:spcPct val="90000"/>
              </a:lnSpc>
              <a:spcBef>
                <a:spcPts val="1067"/>
              </a:spcBef>
              <a:spcAft>
                <a:spcPts val="1067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982437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photo background">
  <p:cSld name="23: Section intro — photo background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40"/>
          <p:cNvSpPr>
            <a:spLocks noGrp="1"/>
          </p:cNvSpPr>
          <p:nvPr>
            <p:ph type="pic" idx="2"/>
          </p:nvPr>
        </p:nvSpPr>
        <p:spPr>
          <a:xfrm>
            <a:off x="133" y="-12300"/>
            <a:ext cx="12192000" cy="6858000"/>
          </a:xfrm>
          <a:prstGeom prst="rect">
            <a:avLst/>
          </a:prstGeom>
          <a:noFill/>
          <a:ln>
            <a:noFill/>
          </a:ln>
        </p:spPr>
      </p:sp>
      <p:sp>
        <p:nvSpPr>
          <p:cNvPr id="85" name="Google Shape;85;p40"/>
          <p:cNvSpPr txBox="1">
            <a:spLocks noGrp="1"/>
          </p:cNvSpPr>
          <p:nvPr>
            <p:ph type="title"/>
          </p:nvPr>
        </p:nvSpPr>
        <p:spPr>
          <a:xfrm>
            <a:off x="560833" y="4244102"/>
            <a:ext cx="11180000" cy="812595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5867"/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>
              <a:lnSpc>
                <a:spcPct val="90000"/>
              </a:lnSpc>
              <a:spcBef>
                <a:spcPts val="1067"/>
              </a:spcBef>
              <a:spcAft>
                <a:spcPts val="1067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5352166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1_23: Section intro — black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/>
          <p:nvPr/>
        </p:nvSpPr>
        <p:spPr>
          <a:xfrm>
            <a:off x="0" y="2405000"/>
            <a:ext cx="12192000" cy="2057600"/>
          </a:xfrm>
          <a:prstGeom prst="rect">
            <a:avLst/>
          </a:prstGeom>
          <a:solidFill>
            <a:srgbClr val="191919"/>
          </a:solidFill>
          <a:ln>
            <a:noFill/>
          </a:ln>
        </p:spPr>
        <p:txBody>
          <a:bodyPr spcFirstLastPara="1" wrap="square" lIns="162533" tIns="81233" rIns="162533" bIns="81233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4933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88" name="Google Shape;88;p41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10490281" y="5781523"/>
            <a:ext cx="1319400" cy="868136"/>
          </a:xfrm>
          <a:prstGeom prst="rect">
            <a:avLst/>
          </a:prstGeom>
          <a:noFill/>
          <a:ln>
            <a:noFill/>
          </a:ln>
        </p:spPr>
      </p:pic>
      <p:sp>
        <p:nvSpPr>
          <p:cNvPr id="89" name="Google Shape;89;p41"/>
          <p:cNvSpPr txBox="1">
            <a:spLocks noGrp="1"/>
          </p:cNvSpPr>
          <p:nvPr>
            <p:ph type="title"/>
          </p:nvPr>
        </p:nvSpPr>
        <p:spPr>
          <a:xfrm>
            <a:off x="581767" y="2422000"/>
            <a:ext cx="11150400" cy="204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>
                <a:solidFill>
                  <a:schemeClr val="accent1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04343740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1_23: Section intro — gold">
    <p:spTree>
      <p:nvGrpSpPr>
        <p:cNvPr id="1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42"/>
          <p:cNvSpPr/>
          <p:nvPr/>
        </p:nvSpPr>
        <p:spPr>
          <a:xfrm>
            <a:off x="0" y="2405000"/>
            <a:ext cx="12192000" cy="2057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62533" tIns="81233" rIns="162533" bIns="81233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4933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92" name="Google Shape;92;p42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10490281" y="5781523"/>
            <a:ext cx="1319400" cy="868136"/>
          </a:xfrm>
          <a:prstGeom prst="rect">
            <a:avLst/>
          </a:prstGeom>
          <a:noFill/>
          <a:ln>
            <a:noFill/>
          </a:ln>
        </p:spPr>
      </p:pic>
      <p:sp>
        <p:nvSpPr>
          <p:cNvPr id="93" name="Google Shape;93;p42"/>
          <p:cNvSpPr txBox="1">
            <a:spLocks noGrp="1"/>
          </p:cNvSpPr>
          <p:nvPr>
            <p:ph type="title"/>
          </p:nvPr>
        </p:nvSpPr>
        <p:spPr>
          <a:xfrm>
            <a:off x="581767" y="2422167"/>
            <a:ext cx="11150400" cy="204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87332160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1_23: Section intro — maroon"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43"/>
          <p:cNvSpPr/>
          <p:nvPr/>
        </p:nvSpPr>
        <p:spPr>
          <a:xfrm>
            <a:off x="0" y="2405000"/>
            <a:ext cx="12192000" cy="2057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162533" tIns="81233" rIns="162533" bIns="81233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4933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96" name="Google Shape;96;p43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10490281" y="5781523"/>
            <a:ext cx="1319400" cy="868136"/>
          </a:xfrm>
          <a:prstGeom prst="rect">
            <a:avLst/>
          </a:prstGeom>
          <a:noFill/>
          <a:ln>
            <a:noFill/>
          </a:ln>
        </p:spPr>
      </p:pic>
      <p:sp>
        <p:nvSpPr>
          <p:cNvPr id="97" name="Google Shape;97;p43"/>
          <p:cNvSpPr txBox="1">
            <a:spLocks noGrp="1"/>
          </p:cNvSpPr>
          <p:nvPr>
            <p:ph type="title"/>
          </p:nvPr>
        </p:nvSpPr>
        <p:spPr>
          <a:xfrm>
            <a:off x="581767" y="2422067"/>
            <a:ext cx="11150400" cy="204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8544473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slide options divider &gt;&gt;&gt; choose from following templates →">
  <p:cSld name="23: Title and text slide options divider &gt;&gt;&gt; choose from following templates →">
    <p:bg>
      <p:bgPr>
        <a:solidFill>
          <a:schemeClr val="lt2"/>
        </a:solidFill>
        <a:effectLst/>
      </p:bgPr>
    </p:bg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44"/>
          <p:cNvSpPr txBox="1"/>
          <p:nvPr/>
        </p:nvSpPr>
        <p:spPr>
          <a:xfrm>
            <a:off x="3215633" y="2131676"/>
            <a:ext cx="8384400" cy="26591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200"/>
              <a:buFont typeface="Arial"/>
              <a:buNone/>
            </a:pPr>
            <a:r>
              <a:rPr lang="en-US" sz="9600" b="1" i="0" u="none" strike="noStrike" cap="none">
                <a:solidFill>
                  <a:srgbClr val="FFFFFF"/>
                </a:solidFill>
                <a:highlight>
                  <a:srgbClr val="191919"/>
                </a:highlight>
                <a:latin typeface="Arial"/>
                <a:ea typeface="Arial"/>
                <a:cs typeface="Arial"/>
                <a:sym typeface="Arial"/>
              </a:rPr>
              <a:t>Title and text slide options</a:t>
            </a:r>
            <a:endParaRPr sz="9600" b="1" i="0" u="none" strike="noStrike" cap="none">
              <a:solidFill>
                <a:srgbClr val="191919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44"/>
          <p:cNvSpPr/>
          <p:nvPr/>
        </p:nvSpPr>
        <p:spPr>
          <a:xfrm>
            <a:off x="0" y="0"/>
            <a:ext cx="2891200" cy="68580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0401605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white">
  <p:cSld name="23: Title and text — white">
    <p:spTree>
      <p:nvGrpSpPr>
        <p:cNvPr id="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45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58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3" name="Google Shape;103;p45"/>
          <p:cNvSpPr txBox="1">
            <a:spLocks noGrp="1"/>
          </p:cNvSpPr>
          <p:nvPr>
            <p:ph type="body" idx="1"/>
          </p:nvPr>
        </p:nvSpPr>
        <p:spPr>
          <a:xfrm>
            <a:off x="561200" y="1326067"/>
            <a:ext cx="11179600" cy="51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6118706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black">
  <p:cSld name="23: Title and text — black">
    <p:bg>
      <p:bgPr>
        <a:solidFill>
          <a:schemeClr val="dk1"/>
        </a:solidFill>
        <a:effectLst/>
      </p:bgPr>
    </p:bg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46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6" name="Google Shape;106;p46"/>
          <p:cNvSpPr txBox="1">
            <a:spLocks noGrp="1"/>
          </p:cNvSpPr>
          <p:nvPr>
            <p:ph type="body" idx="1"/>
          </p:nvPr>
        </p:nvSpPr>
        <p:spPr>
          <a:xfrm>
            <a:off x="561200" y="1326067"/>
            <a:ext cx="11179600" cy="51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1440444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white">
  <p:cSld name="23: Title and text, 1 column — white"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47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4889200" cy="4431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9" name="Google Shape;109;p47"/>
          <p:cNvSpPr txBox="1">
            <a:spLocks noGrp="1"/>
          </p:cNvSpPr>
          <p:nvPr>
            <p:ph type="body" idx="1"/>
          </p:nvPr>
        </p:nvSpPr>
        <p:spPr>
          <a:xfrm>
            <a:off x="561200" y="1808500"/>
            <a:ext cx="5474000" cy="46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377296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gold">
  <p:cSld name="23: Title and text, 1 column — gold"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48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50352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112" name="Google Shape;112;p48"/>
          <p:cNvSpPr/>
          <p:nvPr/>
        </p:nvSpPr>
        <p:spPr>
          <a:xfrm>
            <a:off x="6096000" y="-67"/>
            <a:ext cx="6096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" name="Google Shape;113;p48"/>
          <p:cNvSpPr txBox="1">
            <a:spLocks noGrp="1"/>
          </p:cNvSpPr>
          <p:nvPr>
            <p:ph type="body" idx="1"/>
          </p:nvPr>
        </p:nvSpPr>
        <p:spPr>
          <a:xfrm>
            <a:off x="6583667" y="426733"/>
            <a:ext cx="50352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9366333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black">
  <p:cSld name="23: Title and text, 1 column — black">
    <p:spTree>
      <p:nvGrpSpPr>
        <p:cNvPr id="1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49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50352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116" name="Google Shape;116;p49"/>
          <p:cNvSpPr/>
          <p:nvPr/>
        </p:nvSpPr>
        <p:spPr>
          <a:xfrm>
            <a:off x="6096000" y="-67"/>
            <a:ext cx="6096000" cy="6858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" name="Google Shape;117;p49"/>
          <p:cNvSpPr txBox="1">
            <a:spLocks noGrp="1"/>
          </p:cNvSpPr>
          <p:nvPr>
            <p:ph type="body" idx="1"/>
          </p:nvPr>
        </p:nvSpPr>
        <p:spPr>
          <a:xfrm>
            <a:off x="6583667" y="426733"/>
            <a:ext cx="50352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6185949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white">
  <p:cSld name="23: Title and text with subtitle, 2 column — white"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50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0" name="Google Shape;120;p50"/>
          <p:cNvSpPr txBox="1">
            <a:spLocks noGrp="1"/>
          </p:cNvSpPr>
          <p:nvPr>
            <p:ph type="body" idx="1"/>
          </p:nvPr>
        </p:nvSpPr>
        <p:spPr>
          <a:xfrm>
            <a:off x="560833" y="1536633"/>
            <a:ext cx="54740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121" name="Google Shape;121;p50"/>
          <p:cNvSpPr txBox="1">
            <a:spLocks noGrp="1"/>
          </p:cNvSpPr>
          <p:nvPr>
            <p:ph type="body" idx="2"/>
          </p:nvPr>
        </p:nvSpPr>
        <p:spPr>
          <a:xfrm>
            <a:off x="6156967" y="1536633"/>
            <a:ext cx="55840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122" name="Google Shape;122;p50"/>
          <p:cNvSpPr txBox="1">
            <a:spLocks noGrp="1"/>
          </p:cNvSpPr>
          <p:nvPr>
            <p:ph type="subTitle" idx="3"/>
          </p:nvPr>
        </p:nvSpPr>
        <p:spPr>
          <a:xfrm>
            <a:off x="565933" y="1008831"/>
            <a:ext cx="11179600" cy="3774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4553501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divider, 2 column — white">
  <p:cSld name="23: Title and text with divider, 2 column — white">
    <p:spTree>
      <p:nvGrpSpPr>
        <p:cNvPr id="1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51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5" name="Google Shape;125;p51"/>
          <p:cNvSpPr txBox="1">
            <a:spLocks noGrp="1"/>
          </p:cNvSpPr>
          <p:nvPr>
            <p:ph type="body" idx="1"/>
          </p:nvPr>
        </p:nvSpPr>
        <p:spPr>
          <a:xfrm>
            <a:off x="560833" y="1326067"/>
            <a:ext cx="5474000" cy="51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126" name="Google Shape;126;p51"/>
          <p:cNvSpPr txBox="1">
            <a:spLocks noGrp="1"/>
          </p:cNvSpPr>
          <p:nvPr>
            <p:ph type="body" idx="2"/>
          </p:nvPr>
        </p:nvSpPr>
        <p:spPr>
          <a:xfrm>
            <a:off x="6156967" y="1326067"/>
            <a:ext cx="5584000" cy="51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cxnSp>
        <p:nvCxnSpPr>
          <p:cNvPr id="127" name="Google Shape;127;p51"/>
          <p:cNvCxnSpPr/>
          <p:nvPr/>
        </p:nvCxnSpPr>
        <p:spPr>
          <a:xfrm>
            <a:off x="6102164" y="1660928"/>
            <a:ext cx="0" cy="44012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cxnSp>
    </p:spTree>
    <p:extLst>
      <p:ext uri="{BB962C8B-B14F-4D97-AF65-F5344CB8AC3E}">
        <p14:creationId xmlns:p14="http://schemas.microsoft.com/office/powerpoint/2010/main" val="246834155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, pattern — black">
  <p:cSld name="23: Title and text, 2 column, pattern — black"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52"/>
          <p:cNvSpPr/>
          <p:nvPr/>
        </p:nvSpPr>
        <p:spPr>
          <a:xfrm>
            <a:off x="-33" y="0"/>
            <a:ext cx="12192000" cy="6858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0" name="Google Shape;130;p52"/>
          <p:cNvGrpSpPr/>
          <p:nvPr/>
        </p:nvGrpSpPr>
        <p:grpSpPr>
          <a:xfrm>
            <a:off x="6447084" y="-2947847"/>
            <a:ext cx="9525000" cy="6013067"/>
            <a:chOff x="238125" y="602600"/>
            <a:chExt cx="7143750" cy="4509800"/>
          </a:xfrm>
        </p:grpSpPr>
        <p:sp>
          <p:nvSpPr>
            <p:cNvPr id="131" name="Google Shape;131;p52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52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52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5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5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52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52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52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52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52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52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52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52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52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52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52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52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52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52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52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52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52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52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52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52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52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52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52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52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52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52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52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52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52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52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52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52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52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52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52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52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52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52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52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52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52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52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52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52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52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52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52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52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52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52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52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52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52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52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52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52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52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52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52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52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52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52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52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52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52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52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52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52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52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52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52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52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52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52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52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52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52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52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52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52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52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52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52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52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52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52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52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52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52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52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52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52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52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5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5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52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52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52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52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52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52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52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52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52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52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52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52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52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52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52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52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52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52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52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52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52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52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52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52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52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52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52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52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52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52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52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52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52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52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52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52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52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52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52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52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52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52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52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52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52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52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52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52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52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52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52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52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52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52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52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52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52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52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52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52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52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52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52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52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52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52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52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52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52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52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52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52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52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52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52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52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52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52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52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52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52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52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52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52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52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52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52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52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52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52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52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52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52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52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52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52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52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52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52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52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52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52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52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52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52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52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52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52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52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52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52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52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52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52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52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52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5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5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52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52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52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52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52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52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52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52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52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52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52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52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52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52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52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52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52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52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52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52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52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52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52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52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52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52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52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52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52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52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52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52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52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52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52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52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52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52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52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52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52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52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52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52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52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52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52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52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52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52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52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52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52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52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52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52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52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52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52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52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52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52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52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52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52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52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52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52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52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52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52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52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52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52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52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52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52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52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52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52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52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52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52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52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52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52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52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52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52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52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52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52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52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52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52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52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52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52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52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52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52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52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52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52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52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52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52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52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52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52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52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52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52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52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52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52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52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52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52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52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52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52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52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52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52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52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52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52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52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52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52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52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52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52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52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52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52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52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52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52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52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52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52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52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52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52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52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52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52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52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52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52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52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52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52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52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52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52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52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52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52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52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52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52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52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52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52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52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52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5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5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52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52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52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52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52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52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52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52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52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52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52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52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52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52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52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52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52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52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52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52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52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52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52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52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52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52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52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52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52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52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52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52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52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52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52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52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52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52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52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52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52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52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52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52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52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52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52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52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52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52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52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52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52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52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52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52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52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52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52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52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52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52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52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52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52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52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52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52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52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52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52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52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52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52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52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52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52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52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52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52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52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52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52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52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52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5" name="Google Shape;605;p52"/>
          <p:cNvGrpSpPr/>
          <p:nvPr/>
        </p:nvGrpSpPr>
        <p:grpSpPr>
          <a:xfrm>
            <a:off x="-6324600" y="2625566"/>
            <a:ext cx="9525000" cy="6013067"/>
            <a:chOff x="238125" y="602600"/>
            <a:chExt cx="7143750" cy="4509800"/>
          </a:xfrm>
        </p:grpSpPr>
        <p:sp>
          <p:nvSpPr>
            <p:cNvPr id="606" name="Google Shape;606;p52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52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52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5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5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52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52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52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52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52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52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52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52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52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52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52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52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52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52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52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52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52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52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52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52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52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52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52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52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52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52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52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52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52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52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52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52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52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52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52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52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52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52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52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52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52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52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52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52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52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52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52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52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52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52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52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52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52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52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52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52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52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52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52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52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52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52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52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52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52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52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52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52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52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52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52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52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52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52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52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52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52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52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52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52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52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52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52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52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52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52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52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52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52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52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52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52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52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5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5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52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52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52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52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52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52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52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52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52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52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52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52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52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52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52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52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52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52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52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52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52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52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52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52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52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52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52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52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52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52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52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52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52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52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52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52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52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52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52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52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52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52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52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52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52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52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52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52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52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52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52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52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52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52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52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52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52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52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52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52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52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52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52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52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52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52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52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52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52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52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52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52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52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52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52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52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52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52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52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52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52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52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52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52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52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52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52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52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52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52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52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52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52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52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52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52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52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52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52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52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52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52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52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52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52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52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52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52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52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52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52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52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52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52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52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52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5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5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52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52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52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52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52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52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52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52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52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52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52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52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52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52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52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52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52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52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52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52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52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52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52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52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52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52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52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52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52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52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52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52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52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52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52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52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52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52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52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52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52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52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52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52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52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52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52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52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52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52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52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52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52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52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52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52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52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52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52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52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52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52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52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52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52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52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52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52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52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52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52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52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52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52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52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52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52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52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52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52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52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52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52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52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52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52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52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52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52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52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52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52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52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52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52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52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52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52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52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52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52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52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52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52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52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52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52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52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52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52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52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52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52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52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52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52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52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52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52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52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52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52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52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52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52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52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52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52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52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52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52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52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52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52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52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52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52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52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52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52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52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52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52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52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52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52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52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52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52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52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52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52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52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52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52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52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52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52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52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52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52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52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52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52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52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52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52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52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52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5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5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52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52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52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52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52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52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52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52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52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52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52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52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52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52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52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52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52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52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52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52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52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52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52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52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52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52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52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52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52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52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52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52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52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52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52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52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52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52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52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52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52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52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52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52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52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52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52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52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52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52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52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52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52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52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52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52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52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52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52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52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52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52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52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52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52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52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52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52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52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52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52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52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52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52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52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52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52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52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52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52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52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52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52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52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52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80" name="Google Shape;1080;p52"/>
          <p:cNvSpPr/>
          <p:nvPr/>
        </p:nvSpPr>
        <p:spPr>
          <a:xfrm>
            <a:off x="2991333" y="-4351033"/>
            <a:ext cx="132648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1" name="Google Shape;1081;p52"/>
          <p:cNvSpPr/>
          <p:nvPr/>
        </p:nvSpPr>
        <p:spPr>
          <a:xfrm>
            <a:off x="12192000" y="-1725633"/>
            <a:ext cx="13264800" cy="9565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2" name="Google Shape;1082;p52"/>
          <p:cNvSpPr/>
          <p:nvPr/>
        </p:nvSpPr>
        <p:spPr>
          <a:xfrm>
            <a:off x="-6817700" y="6858000"/>
            <a:ext cx="132648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3" name="Google Shape;1083;p52"/>
          <p:cNvSpPr/>
          <p:nvPr/>
        </p:nvSpPr>
        <p:spPr>
          <a:xfrm>
            <a:off x="-6817700" y="-1087767"/>
            <a:ext cx="6817600" cy="83700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4" name="Google Shape;1084;p52"/>
          <p:cNvSpPr txBox="1">
            <a:spLocks noGrp="1"/>
          </p:cNvSpPr>
          <p:nvPr>
            <p:ph type="title"/>
          </p:nvPr>
        </p:nvSpPr>
        <p:spPr>
          <a:xfrm>
            <a:off x="560933" y="421199"/>
            <a:ext cx="11168400" cy="5909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4267" b="1" i="0" u="none" strike="noStrike" cap="none">
                <a:solidFill>
                  <a:schemeClr val="dk1"/>
                </a:solidFill>
                <a:highlight>
                  <a:schemeClr val="accent1"/>
                </a:highlight>
              </a:defRPr>
            </a:lvl1pPr>
            <a:lvl2pPr marR="0" lvl="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 b="1" i="0" u="none" strike="noStrike" cap="none">
                <a:solidFill>
                  <a:schemeClr val="dk1"/>
                </a:solidFill>
              </a:defRPr>
            </a:lvl2pPr>
            <a:lvl3pPr marR="0"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 b="1" i="0" u="none" strike="noStrike" cap="none">
                <a:solidFill>
                  <a:schemeClr val="dk1"/>
                </a:solidFill>
              </a:defRPr>
            </a:lvl3pPr>
            <a:lvl4pPr marR="0"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 b="1" i="0" u="none" strike="noStrike" cap="none">
                <a:solidFill>
                  <a:schemeClr val="dk1"/>
                </a:solidFill>
              </a:defRPr>
            </a:lvl4pPr>
            <a:lvl5pPr marR="0"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 b="1" i="0" u="none" strike="noStrike" cap="none">
                <a:solidFill>
                  <a:schemeClr val="dk1"/>
                </a:solidFill>
              </a:defRPr>
            </a:lvl5pPr>
            <a:lvl6pPr marR="0"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 b="1" i="0" u="none" strike="noStrike" cap="none">
                <a:solidFill>
                  <a:schemeClr val="dk1"/>
                </a:solidFill>
              </a:defRPr>
            </a:lvl6pPr>
            <a:lvl7pPr marR="0"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 b="1" i="0" u="none" strike="noStrike" cap="none">
                <a:solidFill>
                  <a:schemeClr val="dk1"/>
                </a:solidFill>
              </a:defRPr>
            </a:lvl7pPr>
            <a:lvl8pPr marR="0"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 b="1" i="0" u="none" strike="noStrike" cap="none">
                <a:solidFill>
                  <a:schemeClr val="dk1"/>
                </a:solidFill>
              </a:defRPr>
            </a:lvl8pPr>
            <a:lvl9pPr marR="0"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dk1"/>
              </a:buClr>
              <a:buSzPts val="3000"/>
              <a:buNone/>
              <a:defRPr sz="4000" b="1" i="0" u="none" strike="noStrike" cap="none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85" name="Google Shape;1085;p52"/>
          <p:cNvSpPr txBox="1">
            <a:spLocks noGrp="1"/>
          </p:cNvSpPr>
          <p:nvPr>
            <p:ph type="body" idx="1"/>
          </p:nvPr>
        </p:nvSpPr>
        <p:spPr>
          <a:xfrm>
            <a:off x="566567" y="1326067"/>
            <a:ext cx="5464800" cy="51104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0" tIns="0" rIns="91425" bIns="0" anchor="t" anchorCtr="0">
            <a:normAutofit/>
          </a:bodyPr>
          <a:lstStyle>
            <a:lvl1pPr marL="609585" marR="0" lvl="0" indent="-30479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1pPr>
            <a:lvl2pPr marL="1219170" marR="0" lvl="1" indent="-30479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2pPr>
            <a:lvl3pPr marL="1828754" marR="0" lvl="2" indent="-30479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3pPr>
            <a:lvl4pPr marL="2438339" marR="0" lvl="3" indent="-30479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4pPr>
            <a:lvl5pPr marL="3047924" marR="0" lvl="4" indent="-30479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5pPr>
            <a:lvl6pPr marL="3657509" marR="0" lvl="5" indent="-30479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6pPr>
            <a:lvl7pPr marL="4267093" marR="0" lvl="6" indent="-30479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7pPr>
            <a:lvl8pPr marL="4876678" marR="0" lvl="7" indent="-30479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8pPr>
            <a:lvl9pPr marL="5486263" marR="0" lvl="8" indent="-304792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086" name="Google Shape;1086;p52"/>
          <p:cNvSpPr txBox="1">
            <a:spLocks noGrp="1"/>
          </p:cNvSpPr>
          <p:nvPr>
            <p:ph type="body" idx="2"/>
          </p:nvPr>
        </p:nvSpPr>
        <p:spPr>
          <a:xfrm>
            <a:off x="6160700" y="1326067"/>
            <a:ext cx="5464800" cy="51104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82875" tIns="0" rIns="0" bIns="0" anchor="t" anchorCtr="0">
            <a:normAutofit/>
          </a:bodyPr>
          <a:lstStyle>
            <a:lvl1pPr marL="609585" marR="0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1pPr>
            <a:lvl2pPr marL="1219170" marR="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2pPr>
            <a:lvl3pPr marL="1828754" marR="0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3pPr>
            <a:lvl4pPr marL="2438339" marR="0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4pPr>
            <a:lvl5pPr marL="3047924" marR="0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5pPr>
            <a:lvl6pPr marL="3657509" marR="0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6pPr>
            <a:lvl7pPr marL="4267093" marR="0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7pPr>
            <a:lvl8pPr marL="4876678" marR="0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8pPr>
            <a:lvl9pPr marL="5486263" marR="0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81277020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gold image">
  <p:cSld name="23: Title and text with subtitle, 2 column — gold image">
    <p:spTree>
      <p:nvGrpSpPr>
        <p:cNvPr id="1" name="Shape 1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8" name="Google Shape;1088;p53"/>
          <p:cNvPicPr preferRelativeResize="0"/>
          <p:nvPr/>
        </p:nvPicPr>
        <p:blipFill rotWithShape="1">
          <a:blip r:embed="rId2">
            <a:alphaModFix/>
          </a:blip>
          <a:srcRect r="1088"/>
          <a:stretch/>
        </p:blipFill>
        <p:spPr>
          <a:xfrm>
            <a:off x="1" y="1"/>
            <a:ext cx="12192004" cy="6932801"/>
          </a:xfrm>
          <a:prstGeom prst="rect">
            <a:avLst/>
          </a:prstGeom>
          <a:noFill/>
          <a:ln>
            <a:noFill/>
          </a:ln>
        </p:spPr>
      </p:pic>
      <p:sp>
        <p:nvSpPr>
          <p:cNvPr id="1089" name="Google Shape;1089;p53"/>
          <p:cNvSpPr txBox="1">
            <a:spLocks noGrp="1"/>
          </p:cNvSpPr>
          <p:nvPr>
            <p:ph type="body" idx="1"/>
          </p:nvPr>
        </p:nvSpPr>
        <p:spPr>
          <a:xfrm>
            <a:off x="578233" y="1734700"/>
            <a:ext cx="5456800" cy="32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1090" name="Google Shape;1090;p53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91" name="Google Shape;1091;p53"/>
          <p:cNvSpPr txBox="1">
            <a:spLocks noGrp="1"/>
          </p:cNvSpPr>
          <p:nvPr>
            <p:ph type="subTitle" idx="2"/>
          </p:nvPr>
        </p:nvSpPr>
        <p:spPr>
          <a:xfrm>
            <a:off x="565933" y="1008831"/>
            <a:ext cx="11179600" cy="3774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092" name="Google Shape;1092;p53"/>
          <p:cNvSpPr txBox="1">
            <a:spLocks noGrp="1"/>
          </p:cNvSpPr>
          <p:nvPr>
            <p:ph type="body" idx="3"/>
          </p:nvPr>
        </p:nvSpPr>
        <p:spPr>
          <a:xfrm>
            <a:off x="6156967" y="1734700"/>
            <a:ext cx="5456800" cy="32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891567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white">
  <p:cSld name="23: Title and text, 3 column, pattern — white">
    <p:spTree>
      <p:nvGrpSpPr>
        <p:cNvPr id="1" name="Shape 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4" name="Google Shape;1094;p54"/>
          <p:cNvPicPr preferRelativeResize="0"/>
          <p:nvPr/>
        </p:nvPicPr>
        <p:blipFill rotWithShape="1">
          <a:blip r:embed="rId2">
            <a:alphaModFix/>
          </a:blip>
          <a:srcRect r="67703"/>
          <a:stretch/>
        </p:blipFill>
        <p:spPr>
          <a:xfrm>
            <a:off x="0" y="0"/>
            <a:ext cx="3937632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95" name="Google Shape;1095;p54"/>
          <p:cNvSpPr txBox="1">
            <a:spLocks noGrp="1"/>
          </p:cNvSpPr>
          <p:nvPr>
            <p:ph type="body" idx="1"/>
          </p:nvPr>
        </p:nvSpPr>
        <p:spPr>
          <a:xfrm>
            <a:off x="4474467" y="431800"/>
            <a:ext cx="3353600" cy="60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0479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1219170" lvl="1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2pPr>
            <a:lvl3pPr marL="1828754" lvl="2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3pPr>
            <a:lvl4pPr marL="2438339" lvl="3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4pPr>
            <a:lvl5pPr marL="3047924" lvl="4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5pPr>
            <a:lvl6pPr marL="3657509" lvl="5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6pPr>
            <a:lvl7pPr marL="4267093" lvl="6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7pPr>
            <a:lvl8pPr marL="4876678" lvl="7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8pPr>
            <a:lvl9pPr marL="5486263" lvl="8" indent="-304792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096" name="Google Shape;1096;p54"/>
          <p:cNvSpPr txBox="1">
            <a:spLocks noGrp="1"/>
          </p:cNvSpPr>
          <p:nvPr>
            <p:ph type="body" idx="2"/>
          </p:nvPr>
        </p:nvSpPr>
        <p:spPr>
          <a:xfrm>
            <a:off x="8240867" y="431800"/>
            <a:ext cx="3353600" cy="60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0479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1219170" lvl="1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2pPr>
            <a:lvl3pPr marL="1828754" lvl="2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3pPr>
            <a:lvl4pPr marL="2438339" lvl="3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4pPr>
            <a:lvl5pPr marL="3047924" lvl="4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5pPr>
            <a:lvl6pPr marL="3657509" lvl="5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6pPr>
            <a:lvl7pPr marL="4267093" lvl="6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7pPr>
            <a:lvl8pPr marL="4876678" lvl="7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None/>
              <a:defRPr/>
            </a:lvl8pPr>
            <a:lvl9pPr marL="5486263" lvl="8" indent="-304792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097" name="Google Shape;1097;p54"/>
          <p:cNvSpPr txBox="1">
            <a:spLocks noGrp="1"/>
          </p:cNvSpPr>
          <p:nvPr>
            <p:ph type="title"/>
          </p:nvPr>
        </p:nvSpPr>
        <p:spPr>
          <a:xfrm>
            <a:off x="431400" y="421200"/>
            <a:ext cx="3353600" cy="7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0126278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3 column — white">
  <p:cSld name="23: Title and text, with subtitle, 3 column — white"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" name="Google Shape;1099;p55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00" name="Google Shape;1100;p55"/>
          <p:cNvSpPr txBox="1">
            <a:spLocks noGrp="1"/>
          </p:cNvSpPr>
          <p:nvPr>
            <p:ph type="subTitle" idx="1"/>
          </p:nvPr>
        </p:nvSpPr>
        <p:spPr>
          <a:xfrm>
            <a:off x="565933" y="1008831"/>
            <a:ext cx="11179600" cy="3774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55"/>
          <p:cNvSpPr txBox="1">
            <a:spLocks noGrp="1"/>
          </p:cNvSpPr>
          <p:nvPr>
            <p:ph type="body" idx="2"/>
          </p:nvPr>
        </p:nvSpPr>
        <p:spPr>
          <a:xfrm>
            <a:off x="560833" y="1650536"/>
            <a:ext cx="3624000" cy="47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1102" name="Google Shape;1102;p55"/>
          <p:cNvSpPr txBox="1">
            <a:spLocks noGrp="1"/>
          </p:cNvSpPr>
          <p:nvPr>
            <p:ph type="body" idx="3"/>
          </p:nvPr>
        </p:nvSpPr>
        <p:spPr>
          <a:xfrm>
            <a:off x="4474467" y="1650536"/>
            <a:ext cx="3624000" cy="47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1103" name="Google Shape;1103;p55"/>
          <p:cNvSpPr txBox="1">
            <a:spLocks noGrp="1"/>
          </p:cNvSpPr>
          <p:nvPr>
            <p:ph type="body" idx="4"/>
          </p:nvPr>
        </p:nvSpPr>
        <p:spPr>
          <a:xfrm>
            <a:off x="8388100" y="1650536"/>
            <a:ext cx="3352400" cy="47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236745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black and white">
  <p:cSld name="23: Title and text, 3 column, pattern — black and white">
    <p:spTree>
      <p:nvGrpSpPr>
        <p:cNvPr id="1" name="Shape 1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5" name="Google Shape;1105;p56"/>
          <p:cNvGrpSpPr/>
          <p:nvPr/>
        </p:nvGrpSpPr>
        <p:grpSpPr>
          <a:xfrm>
            <a:off x="-5273656" y="2802265"/>
            <a:ext cx="9325928" cy="5887393"/>
            <a:chOff x="238125" y="602600"/>
            <a:chExt cx="7143750" cy="4509800"/>
          </a:xfrm>
        </p:grpSpPr>
        <p:sp>
          <p:nvSpPr>
            <p:cNvPr id="1106" name="Google Shape;1106;p5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5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5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5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5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5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5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5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5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5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5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5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5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5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5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5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5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5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5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5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5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5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5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5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5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5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5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5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5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5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5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5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5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5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5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5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5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5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5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5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5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5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5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5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5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5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5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5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5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5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5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5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5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5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5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5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5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5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5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5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5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5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5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5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5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5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5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5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5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5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5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5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5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5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5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5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5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5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5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5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5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5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5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5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5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5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5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5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5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5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5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5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5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5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5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5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5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5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5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5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5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5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5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5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5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5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5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5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5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5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5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5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5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5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5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5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5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5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5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5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5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5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5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5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5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5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5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5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5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5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5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5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5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5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5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5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5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5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5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5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5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5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5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5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5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5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5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5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5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5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5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5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5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5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5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5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5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5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5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5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5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5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5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5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5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5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5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5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5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5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5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5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5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5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5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5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5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5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5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5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5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5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5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5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5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5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5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5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5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5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5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5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5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5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5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5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5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5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5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5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5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5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5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5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5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5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5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5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5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5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5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5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5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5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5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5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5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5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5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5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5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5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5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5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5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5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5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5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5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5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5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5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5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5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5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5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5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5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5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5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5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5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5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5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5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5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5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5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5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5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5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5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5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5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5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5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5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5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5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5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5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5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5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5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5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5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5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5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5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5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5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5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5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5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5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5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5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5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5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5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5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5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5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5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5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5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5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5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5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5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5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5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5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5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5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5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5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5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5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5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5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5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5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5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5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5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5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5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5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5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5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5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5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5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5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5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5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5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5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5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5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5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5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5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5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5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5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5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5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5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5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5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5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5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5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5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5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5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5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5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5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5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5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5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5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5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5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5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5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5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5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5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5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5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5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5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5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5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5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5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5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5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5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5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5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5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5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5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5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5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5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5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5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5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5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5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5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5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5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5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5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5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5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5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5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5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5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5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5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5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5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5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5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5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5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5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5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5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5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5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5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5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5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5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5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5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5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5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5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5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5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5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5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5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5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5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5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5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5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5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5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5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5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5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5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5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5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5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5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5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5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5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5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5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5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5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5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5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5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5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5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5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5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5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5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5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5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5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5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5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5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5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5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5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5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5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5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5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5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5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5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5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5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5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5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5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5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5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5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5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5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5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5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5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80" name="Google Shape;1580;p56"/>
          <p:cNvGrpSpPr/>
          <p:nvPr/>
        </p:nvGrpSpPr>
        <p:grpSpPr>
          <a:xfrm>
            <a:off x="7197003" y="-1232647"/>
            <a:ext cx="6424612" cy="4055813"/>
            <a:chOff x="238125" y="602600"/>
            <a:chExt cx="7143750" cy="4509800"/>
          </a:xfrm>
        </p:grpSpPr>
        <p:sp>
          <p:nvSpPr>
            <p:cNvPr id="1581" name="Google Shape;1581;p5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5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5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5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5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5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5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5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5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5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5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5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5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5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5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5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5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5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5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5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5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5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5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5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5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5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5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5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5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5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5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5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5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5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5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5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5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5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5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5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5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5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5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5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5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5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5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5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5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5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5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5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5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5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5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5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5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5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5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5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5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5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5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5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5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5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5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5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5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5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5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5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5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5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5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5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5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5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5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5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5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5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5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5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5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5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5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5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5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5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5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5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5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5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5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5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5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5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5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5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5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5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5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5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5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5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5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5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5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5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5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5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5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5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5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5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5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5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5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5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5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5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5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5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5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5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5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5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5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5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5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5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5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5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5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5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5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5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5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5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5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5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5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5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5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5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5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5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5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5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5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5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5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5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5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5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5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5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5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5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5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5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5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5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5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5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5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5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5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5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5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5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5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5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5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5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5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5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5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5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5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5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5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5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5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5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5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5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5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5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5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5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5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5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5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5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5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5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5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5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5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5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5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5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5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5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5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5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5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5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5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5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5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5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5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5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5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5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5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5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5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5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5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5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5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5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5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5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5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5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5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5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5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5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5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5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5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5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5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5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5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5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5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5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5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5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5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5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5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5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5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5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5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5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5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5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5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5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5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5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5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5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5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5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5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5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5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5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5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5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5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5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5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5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5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5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5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5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5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5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5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5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5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5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5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5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5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5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5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5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5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5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5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5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5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5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5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5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5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5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5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5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5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5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5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5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5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5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5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5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5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5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5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5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5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5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5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5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5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5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5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5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5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5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5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5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5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5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5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5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5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5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5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5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5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5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5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5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5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5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5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5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5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5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5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5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5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5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5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5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5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5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5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5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5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5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5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5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5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5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5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5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5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5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5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5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5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5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5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5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5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5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5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5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5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5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5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5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5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5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5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5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5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5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5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5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5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5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5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5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5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5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5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5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5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5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5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5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5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5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5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5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5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5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5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5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5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5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5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5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5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5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5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5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5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5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5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5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5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5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5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5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5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5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5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5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5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5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5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5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5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5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5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5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5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5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5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5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5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5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5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5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5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5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5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5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5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5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5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5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5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5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5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5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5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5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5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5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5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5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5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5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5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5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5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5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5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5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5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5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5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5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5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5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55" name="Google Shape;2055;p56"/>
          <p:cNvSpPr txBox="1">
            <a:spLocks noGrp="1"/>
          </p:cNvSpPr>
          <p:nvPr>
            <p:ph type="body" idx="1"/>
          </p:nvPr>
        </p:nvSpPr>
        <p:spPr>
          <a:xfrm>
            <a:off x="8407167" y="1179000"/>
            <a:ext cx="3333600" cy="53212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82875" tIns="91425" rIns="91425" bIns="91425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1219170" lvl="1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828754" lvl="2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2438339" lvl="3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3047924" lvl="4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3657509" lvl="5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4267093" lvl="6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4876678" lvl="7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5486263" lvl="8" indent="-474121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056" name="Google Shape;2056;p56"/>
          <p:cNvSpPr txBox="1">
            <a:spLocks noGrp="1"/>
          </p:cNvSpPr>
          <p:nvPr>
            <p:ph type="body" idx="2"/>
          </p:nvPr>
        </p:nvSpPr>
        <p:spPr>
          <a:xfrm>
            <a:off x="4490067" y="1177067"/>
            <a:ext cx="3772400" cy="535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82875" tIns="91425" rIns="91425" bIns="91425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1219170" lvl="1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828754" lvl="2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2438339" lvl="3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3047924" lvl="4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3657509" lvl="5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4267093" lvl="6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4876678" lvl="7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5486263" lvl="8" indent="-474121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057" name="Google Shape;2057;p56"/>
          <p:cNvSpPr txBox="1">
            <a:spLocks noGrp="1"/>
          </p:cNvSpPr>
          <p:nvPr>
            <p:ph type="body" idx="3"/>
          </p:nvPr>
        </p:nvSpPr>
        <p:spPr>
          <a:xfrm>
            <a:off x="565467" y="1177067"/>
            <a:ext cx="3755600" cy="5388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82875" tIns="91425" rIns="91425" bIns="91425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1219170" lvl="1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828754" lvl="2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2438339" lvl="3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3047924" lvl="4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3657509" lvl="5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4267093" lvl="6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4876678" lvl="7" indent="-474121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5486263" lvl="8" indent="-474121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058" name="Google Shape;2058;p56"/>
          <p:cNvSpPr txBox="1">
            <a:spLocks noGrp="1"/>
          </p:cNvSpPr>
          <p:nvPr>
            <p:ph type="title"/>
          </p:nvPr>
        </p:nvSpPr>
        <p:spPr>
          <a:xfrm>
            <a:off x="565467" y="413467"/>
            <a:ext cx="1106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59" name="Google Shape;2059;p56"/>
          <p:cNvSpPr/>
          <p:nvPr/>
        </p:nvSpPr>
        <p:spPr>
          <a:xfrm>
            <a:off x="2991333" y="-4351033"/>
            <a:ext cx="132648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60" name="Google Shape;2060;p56"/>
          <p:cNvSpPr/>
          <p:nvPr/>
        </p:nvSpPr>
        <p:spPr>
          <a:xfrm>
            <a:off x="12192000" y="-1725633"/>
            <a:ext cx="13264800" cy="9565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61" name="Google Shape;2061;p56"/>
          <p:cNvSpPr/>
          <p:nvPr/>
        </p:nvSpPr>
        <p:spPr>
          <a:xfrm>
            <a:off x="-6817700" y="6858000"/>
            <a:ext cx="132648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62" name="Google Shape;2062;p56"/>
          <p:cNvSpPr/>
          <p:nvPr/>
        </p:nvSpPr>
        <p:spPr>
          <a:xfrm>
            <a:off x="-6817700" y="-1087767"/>
            <a:ext cx="6817600" cy="83700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9101110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4 column — white">
  <p:cSld name="23: Title and text, with subtitle, 4 column — white">
    <p:spTree>
      <p:nvGrpSpPr>
        <p:cNvPr id="1" name="Shape 2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4" name="Google Shape;2064;p57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65" name="Google Shape;2065;p57"/>
          <p:cNvSpPr txBox="1">
            <a:spLocks noGrp="1"/>
          </p:cNvSpPr>
          <p:nvPr>
            <p:ph type="subTitle" idx="1"/>
          </p:nvPr>
        </p:nvSpPr>
        <p:spPr>
          <a:xfrm>
            <a:off x="565933" y="1008831"/>
            <a:ext cx="11179600" cy="3774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066" name="Google Shape;2066;p57"/>
          <p:cNvSpPr txBox="1">
            <a:spLocks noGrp="1"/>
          </p:cNvSpPr>
          <p:nvPr>
            <p:ph type="body" idx="2"/>
          </p:nvPr>
        </p:nvSpPr>
        <p:spPr>
          <a:xfrm>
            <a:off x="560833" y="1536633"/>
            <a:ext cx="2658000" cy="490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067" name="Google Shape;2067;p57"/>
          <p:cNvSpPr txBox="1">
            <a:spLocks noGrp="1"/>
          </p:cNvSpPr>
          <p:nvPr>
            <p:ph type="body" idx="3"/>
          </p:nvPr>
        </p:nvSpPr>
        <p:spPr>
          <a:xfrm>
            <a:off x="3331433" y="1536633"/>
            <a:ext cx="2710000" cy="490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068" name="Google Shape;2068;p57"/>
          <p:cNvSpPr txBox="1">
            <a:spLocks noGrp="1"/>
          </p:cNvSpPr>
          <p:nvPr>
            <p:ph type="body" idx="4"/>
          </p:nvPr>
        </p:nvSpPr>
        <p:spPr>
          <a:xfrm>
            <a:off x="6257000" y="1536633"/>
            <a:ext cx="2658000" cy="490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069" name="Google Shape;2069;p57"/>
          <p:cNvSpPr txBox="1">
            <a:spLocks noGrp="1"/>
          </p:cNvSpPr>
          <p:nvPr>
            <p:ph type="body" idx="5"/>
          </p:nvPr>
        </p:nvSpPr>
        <p:spPr>
          <a:xfrm>
            <a:off x="9027587" y="1536633"/>
            <a:ext cx="2764400" cy="490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6747311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4 column with dividers — white">
  <p:cSld name="23: Title and text, 4 column with dividers — white">
    <p:spTree>
      <p:nvGrpSpPr>
        <p:cNvPr id="1" name="Shape 2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1" name="Google Shape;2071;p58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72" name="Google Shape;2072;p58"/>
          <p:cNvSpPr txBox="1">
            <a:spLocks noGrp="1"/>
          </p:cNvSpPr>
          <p:nvPr>
            <p:ph type="body" idx="1"/>
          </p:nvPr>
        </p:nvSpPr>
        <p:spPr>
          <a:xfrm>
            <a:off x="560833" y="1326067"/>
            <a:ext cx="2658000" cy="51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073" name="Google Shape;2073;p58"/>
          <p:cNvSpPr txBox="1">
            <a:spLocks noGrp="1"/>
          </p:cNvSpPr>
          <p:nvPr>
            <p:ph type="body" idx="2"/>
          </p:nvPr>
        </p:nvSpPr>
        <p:spPr>
          <a:xfrm>
            <a:off x="3331436" y="1326067"/>
            <a:ext cx="2710000" cy="51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cxnSp>
        <p:nvCxnSpPr>
          <p:cNvPr id="2074" name="Google Shape;2074;p58"/>
          <p:cNvCxnSpPr/>
          <p:nvPr/>
        </p:nvCxnSpPr>
        <p:spPr>
          <a:xfrm>
            <a:off x="3304291" y="1660928"/>
            <a:ext cx="0" cy="44012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2075" name="Google Shape;2075;p58"/>
          <p:cNvCxnSpPr/>
          <p:nvPr/>
        </p:nvCxnSpPr>
        <p:spPr>
          <a:xfrm>
            <a:off x="6161397" y="1660928"/>
            <a:ext cx="0" cy="44012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076" name="Google Shape;2076;p58"/>
          <p:cNvSpPr txBox="1">
            <a:spLocks noGrp="1"/>
          </p:cNvSpPr>
          <p:nvPr>
            <p:ph type="body" idx="3"/>
          </p:nvPr>
        </p:nvSpPr>
        <p:spPr>
          <a:xfrm>
            <a:off x="6257007" y="1326067"/>
            <a:ext cx="2658000" cy="51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077" name="Google Shape;2077;p58"/>
          <p:cNvSpPr txBox="1">
            <a:spLocks noGrp="1"/>
          </p:cNvSpPr>
          <p:nvPr>
            <p:ph type="body" idx="4"/>
          </p:nvPr>
        </p:nvSpPr>
        <p:spPr>
          <a:xfrm>
            <a:off x="9027597" y="1326067"/>
            <a:ext cx="2764400" cy="51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cxnSp>
        <p:nvCxnSpPr>
          <p:cNvPr id="2078" name="Google Shape;2078;p58"/>
          <p:cNvCxnSpPr/>
          <p:nvPr/>
        </p:nvCxnSpPr>
        <p:spPr>
          <a:xfrm>
            <a:off x="9000464" y="1660928"/>
            <a:ext cx="0" cy="44012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cxnSp>
    </p:spTree>
    <p:extLst>
      <p:ext uri="{BB962C8B-B14F-4D97-AF65-F5344CB8AC3E}">
        <p14:creationId xmlns:p14="http://schemas.microsoft.com/office/powerpoint/2010/main" val="35243961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x2 with dividers — white">
  <p:cSld name="23: Title and text, 2x2 with dividers — white">
    <p:spTree>
      <p:nvGrpSpPr>
        <p:cNvPr id="1" name="Shape 2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0" name="Google Shape;2080;p59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81" name="Google Shape;2081;p59"/>
          <p:cNvSpPr txBox="1">
            <a:spLocks noGrp="1"/>
          </p:cNvSpPr>
          <p:nvPr>
            <p:ph type="body" idx="1"/>
          </p:nvPr>
        </p:nvSpPr>
        <p:spPr>
          <a:xfrm>
            <a:off x="560833" y="1326067"/>
            <a:ext cx="5474000" cy="24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082" name="Google Shape;2082;p59"/>
          <p:cNvSpPr txBox="1">
            <a:spLocks noGrp="1"/>
          </p:cNvSpPr>
          <p:nvPr>
            <p:ph type="body" idx="2"/>
          </p:nvPr>
        </p:nvSpPr>
        <p:spPr>
          <a:xfrm>
            <a:off x="6156967" y="1326067"/>
            <a:ext cx="5584000" cy="24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cxnSp>
        <p:nvCxnSpPr>
          <p:cNvPr id="2083" name="Google Shape;2083;p59"/>
          <p:cNvCxnSpPr/>
          <p:nvPr/>
        </p:nvCxnSpPr>
        <p:spPr>
          <a:xfrm>
            <a:off x="6102164" y="1483860"/>
            <a:ext cx="0" cy="20744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084" name="Google Shape;2084;p59"/>
          <p:cNvSpPr txBox="1">
            <a:spLocks noGrp="1"/>
          </p:cNvSpPr>
          <p:nvPr>
            <p:ph type="body" idx="3"/>
          </p:nvPr>
        </p:nvSpPr>
        <p:spPr>
          <a:xfrm>
            <a:off x="560833" y="4028435"/>
            <a:ext cx="5474000" cy="24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91425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085" name="Google Shape;2085;p59"/>
          <p:cNvSpPr txBox="1">
            <a:spLocks noGrp="1"/>
          </p:cNvSpPr>
          <p:nvPr>
            <p:ph type="body" idx="4"/>
          </p:nvPr>
        </p:nvSpPr>
        <p:spPr>
          <a:xfrm>
            <a:off x="6156967" y="4028435"/>
            <a:ext cx="5584000" cy="24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cxnSp>
        <p:nvCxnSpPr>
          <p:cNvPr id="2086" name="Google Shape;2086;p59"/>
          <p:cNvCxnSpPr/>
          <p:nvPr/>
        </p:nvCxnSpPr>
        <p:spPr>
          <a:xfrm>
            <a:off x="6102164" y="4186229"/>
            <a:ext cx="0" cy="20744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cxnSp>
    </p:spTree>
    <p:extLst>
      <p:ext uri="{BB962C8B-B14F-4D97-AF65-F5344CB8AC3E}">
        <p14:creationId xmlns:p14="http://schemas.microsoft.com/office/powerpoint/2010/main" val="805086395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 and image layout options divider &gt;&gt;&gt; choose from following templates →">
  <p:cSld name="23: Title, text and image layout options divider &gt;&gt;&gt; choose from following templates →">
    <p:bg>
      <p:bgPr>
        <a:solidFill>
          <a:schemeClr val="lt2"/>
        </a:solidFill>
        <a:effectLst/>
      </p:bgPr>
    </p:bg>
    <p:spTree>
      <p:nvGrpSpPr>
        <p:cNvPr id="1" name="Shape 2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" name="Google Shape;2088;p60"/>
          <p:cNvSpPr txBox="1"/>
          <p:nvPr/>
        </p:nvSpPr>
        <p:spPr>
          <a:xfrm>
            <a:off x="3215633" y="1420480"/>
            <a:ext cx="8384400" cy="39887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200"/>
              <a:buFont typeface="Arial"/>
              <a:buNone/>
            </a:pPr>
            <a:r>
              <a:rPr lang="en-US" sz="9600" b="1" i="0" u="none" strike="noStrike" cap="none">
                <a:solidFill>
                  <a:srgbClr val="FFFFFF"/>
                </a:solidFill>
                <a:highlight>
                  <a:schemeClr val="dk1"/>
                </a:highlight>
                <a:latin typeface="Arial"/>
                <a:ea typeface="Arial"/>
                <a:cs typeface="Arial"/>
                <a:sym typeface="Arial"/>
              </a:rPr>
              <a:t>Title, text and image layout options</a:t>
            </a:r>
            <a:endParaRPr sz="9600" b="1" i="0" u="none" strike="noStrike" cap="none">
              <a:solidFill>
                <a:srgbClr val="FFFFFF"/>
              </a:solidFill>
              <a:highlight>
                <a:schemeClr val="dk1"/>
              </a:highlight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89" name="Google Shape;2089;p60"/>
          <p:cNvSpPr/>
          <p:nvPr/>
        </p:nvSpPr>
        <p:spPr>
          <a:xfrm>
            <a:off x="0" y="0"/>
            <a:ext cx="2891200" cy="68580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05070631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1 column">
  <p:cSld name="23: Title, text, photo, 1 column"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1" name="Google Shape;2091;p61"/>
          <p:cNvSpPr>
            <a:spLocks noGrp="1"/>
          </p:cNvSpPr>
          <p:nvPr>
            <p:ph type="pic" idx="2"/>
          </p:nvPr>
        </p:nvSpPr>
        <p:spPr>
          <a:xfrm>
            <a:off x="12300" y="-12300"/>
            <a:ext cx="12192000" cy="3239200"/>
          </a:xfrm>
          <a:prstGeom prst="rect">
            <a:avLst/>
          </a:prstGeom>
          <a:noFill/>
          <a:ln>
            <a:noFill/>
          </a:ln>
        </p:spPr>
      </p:sp>
      <p:pic>
        <p:nvPicPr>
          <p:cNvPr id="2092" name="Google Shape;2092;p61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10490281" y="5781523"/>
            <a:ext cx="1319400" cy="868136"/>
          </a:xfrm>
          <a:prstGeom prst="rect">
            <a:avLst/>
          </a:prstGeom>
          <a:noFill/>
          <a:ln>
            <a:noFill/>
          </a:ln>
        </p:spPr>
      </p:pic>
      <p:sp>
        <p:nvSpPr>
          <p:cNvPr id="2093" name="Google Shape;2093;p61"/>
          <p:cNvSpPr txBox="1">
            <a:spLocks noGrp="1"/>
          </p:cNvSpPr>
          <p:nvPr>
            <p:ph type="title"/>
          </p:nvPr>
        </p:nvSpPr>
        <p:spPr>
          <a:xfrm>
            <a:off x="1845400" y="2300600"/>
            <a:ext cx="8550400" cy="4136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228600" rIns="228600" bIns="22860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94" name="Google Shape;2094;p61"/>
          <p:cNvSpPr txBox="1">
            <a:spLocks noGrp="1"/>
          </p:cNvSpPr>
          <p:nvPr>
            <p:ph type="body" idx="1"/>
          </p:nvPr>
        </p:nvSpPr>
        <p:spPr>
          <a:xfrm>
            <a:off x="2097033" y="3309433"/>
            <a:ext cx="7961600" cy="312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88457677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23: Title, text, photo, left">
    <p:spTree>
      <p:nvGrpSpPr>
        <p:cNvPr id="1" name="Shape 2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6" name="Google Shape;2096;p62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5608400" cy="7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97" name="Google Shape;2097;p62"/>
          <p:cNvSpPr txBox="1">
            <a:spLocks noGrp="1"/>
          </p:cNvSpPr>
          <p:nvPr>
            <p:ph type="body" idx="1"/>
          </p:nvPr>
        </p:nvSpPr>
        <p:spPr>
          <a:xfrm>
            <a:off x="561200" y="1808500"/>
            <a:ext cx="5034800" cy="46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098" name="Google Shape;2098;p62"/>
          <p:cNvSpPr>
            <a:spLocks noGrp="1"/>
          </p:cNvSpPr>
          <p:nvPr>
            <p:ph type="pic" idx="2"/>
          </p:nvPr>
        </p:nvSpPr>
        <p:spPr>
          <a:xfrm>
            <a:off x="6717800" y="0"/>
            <a:ext cx="5474400" cy="68580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420429531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23: Title, text, photo, right">
    <p:spTree>
      <p:nvGrpSpPr>
        <p:cNvPr id="1" name="Shape 2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0" name="Google Shape;2100;p63"/>
          <p:cNvSpPr txBox="1">
            <a:spLocks noGrp="1"/>
          </p:cNvSpPr>
          <p:nvPr>
            <p:ph type="title"/>
          </p:nvPr>
        </p:nvSpPr>
        <p:spPr>
          <a:xfrm>
            <a:off x="6717800" y="426733"/>
            <a:ext cx="5023200" cy="7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01" name="Google Shape;2101;p63"/>
          <p:cNvSpPr>
            <a:spLocks noGrp="1"/>
          </p:cNvSpPr>
          <p:nvPr>
            <p:ph type="pic" idx="2"/>
          </p:nvPr>
        </p:nvSpPr>
        <p:spPr>
          <a:xfrm>
            <a:off x="0" y="0"/>
            <a:ext cx="6096000" cy="6858000"/>
          </a:xfrm>
          <a:prstGeom prst="rect">
            <a:avLst/>
          </a:prstGeom>
          <a:noFill/>
          <a:ln>
            <a:noFill/>
          </a:ln>
        </p:spPr>
      </p:sp>
      <p:sp>
        <p:nvSpPr>
          <p:cNvPr id="2102" name="Google Shape;2102;p63"/>
          <p:cNvSpPr txBox="1">
            <a:spLocks noGrp="1"/>
          </p:cNvSpPr>
          <p:nvPr>
            <p:ph type="body" idx="1"/>
          </p:nvPr>
        </p:nvSpPr>
        <p:spPr>
          <a:xfrm>
            <a:off x="6717700" y="1894600"/>
            <a:ext cx="5023200" cy="454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1358995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 — gold">
  <p:cSld name="23: Title, text, photo, left — gold">
    <p:spTree>
      <p:nvGrpSpPr>
        <p:cNvPr id="1" name="Shape 2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4" name="Google Shape;2104;p64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5035200" cy="125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05" name="Google Shape;2105;p64"/>
          <p:cNvSpPr/>
          <p:nvPr/>
        </p:nvSpPr>
        <p:spPr>
          <a:xfrm>
            <a:off x="6096000" y="-67"/>
            <a:ext cx="6096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6" name="Google Shape;2106;p64"/>
          <p:cNvSpPr txBox="1">
            <a:spLocks noGrp="1"/>
          </p:cNvSpPr>
          <p:nvPr>
            <p:ph type="body" idx="1"/>
          </p:nvPr>
        </p:nvSpPr>
        <p:spPr>
          <a:xfrm>
            <a:off x="561200" y="1808500"/>
            <a:ext cx="5035200" cy="46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107" name="Google Shape;2107;p64"/>
          <p:cNvSpPr>
            <a:spLocks noGrp="1"/>
          </p:cNvSpPr>
          <p:nvPr>
            <p:ph type="pic" idx="2"/>
          </p:nvPr>
        </p:nvSpPr>
        <p:spPr>
          <a:xfrm>
            <a:off x="6717800" y="646565"/>
            <a:ext cx="5022800" cy="55468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47482338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23: Title, text, photo, right — gold">
    <p:spTree>
      <p:nvGrpSpPr>
        <p:cNvPr id="1" name="Shape 2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" name="Google Shape;2109;p65"/>
          <p:cNvSpPr txBox="1">
            <a:spLocks noGrp="1"/>
          </p:cNvSpPr>
          <p:nvPr>
            <p:ph type="title"/>
          </p:nvPr>
        </p:nvSpPr>
        <p:spPr>
          <a:xfrm>
            <a:off x="6717800" y="1182633"/>
            <a:ext cx="5035200" cy="87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10" name="Google Shape;2110;p65"/>
          <p:cNvSpPr/>
          <p:nvPr/>
        </p:nvSpPr>
        <p:spPr>
          <a:xfrm>
            <a:off x="0" y="3133"/>
            <a:ext cx="60352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11" name="Google Shape;2111;p65"/>
          <p:cNvSpPr txBox="1">
            <a:spLocks noGrp="1"/>
          </p:cNvSpPr>
          <p:nvPr>
            <p:ph type="body" idx="1"/>
          </p:nvPr>
        </p:nvSpPr>
        <p:spPr>
          <a:xfrm>
            <a:off x="6705667" y="2239100"/>
            <a:ext cx="5035200" cy="419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12" name="Google Shape;2112;p65"/>
          <p:cNvSpPr>
            <a:spLocks noGrp="1"/>
          </p:cNvSpPr>
          <p:nvPr>
            <p:ph type="pic" idx="2"/>
          </p:nvPr>
        </p:nvSpPr>
        <p:spPr>
          <a:xfrm>
            <a:off x="560833" y="965367"/>
            <a:ext cx="4889200" cy="52288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17779461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1_23: Title, text, photo, right — gold">
    <p:spTree>
      <p:nvGrpSpPr>
        <p:cNvPr id="1" name="Shape 2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4" name="Google Shape;2114;p66"/>
          <p:cNvSpPr/>
          <p:nvPr/>
        </p:nvSpPr>
        <p:spPr>
          <a:xfrm>
            <a:off x="5035300" y="-3033"/>
            <a:ext cx="68736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15" name="Google Shape;2115;p66"/>
          <p:cNvSpPr txBox="1">
            <a:spLocks noGrp="1"/>
          </p:cNvSpPr>
          <p:nvPr>
            <p:ph type="title"/>
          </p:nvPr>
        </p:nvSpPr>
        <p:spPr>
          <a:xfrm>
            <a:off x="6156967" y="825433"/>
            <a:ext cx="5437600" cy="87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16" name="Google Shape;2116;p66"/>
          <p:cNvSpPr txBox="1">
            <a:spLocks noGrp="1"/>
          </p:cNvSpPr>
          <p:nvPr>
            <p:ph type="body" idx="1"/>
          </p:nvPr>
        </p:nvSpPr>
        <p:spPr>
          <a:xfrm>
            <a:off x="6144867" y="1894633"/>
            <a:ext cx="5437600" cy="454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117" name="Google Shape;2117;p66"/>
          <p:cNvSpPr>
            <a:spLocks noGrp="1"/>
          </p:cNvSpPr>
          <p:nvPr>
            <p:ph type="pic" idx="2"/>
          </p:nvPr>
        </p:nvSpPr>
        <p:spPr>
          <a:xfrm>
            <a:off x="560833" y="965367"/>
            <a:ext cx="3913600" cy="52288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39738427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for list or steps">
  <p:cSld name="23: Title, text, photo, for list or steps">
    <p:spTree>
      <p:nvGrpSpPr>
        <p:cNvPr id="1" name="Shape 2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" name="Google Shape;2119;p67"/>
          <p:cNvSpPr/>
          <p:nvPr/>
        </p:nvSpPr>
        <p:spPr>
          <a:xfrm>
            <a:off x="5035300" y="-3033"/>
            <a:ext cx="68736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0" name="Google Shape;2120;p67"/>
          <p:cNvSpPr txBox="1">
            <a:spLocks noGrp="1"/>
          </p:cNvSpPr>
          <p:nvPr>
            <p:ph type="title"/>
          </p:nvPr>
        </p:nvSpPr>
        <p:spPr>
          <a:xfrm>
            <a:off x="6156967" y="825433"/>
            <a:ext cx="5437600" cy="87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21" name="Google Shape;2121;p67"/>
          <p:cNvSpPr txBox="1">
            <a:spLocks noGrp="1"/>
          </p:cNvSpPr>
          <p:nvPr>
            <p:ph type="body" idx="1"/>
          </p:nvPr>
        </p:nvSpPr>
        <p:spPr>
          <a:xfrm>
            <a:off x="6144867" y="1894633"/>
            <a:ext cx="5437600" cy="8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22" name="Google Shape;2122;p67"/>
          <p:cNvSpPr>
            <a:spLocks noGrp="1"/>
          </p:cNvSpPr>
          <p:nvPr>
            <p:ph type="pic" idx="2"/>
          </p:nvPr>
        </p:nvSpPr>
        <p:spPr>
          <a:xfrm>
            <a:off x="560833" y="965367"/>
            <a:ext cx="3913600" cy="5228800"/>
          </a:xfrm>
          <a:prstGeom prst="rect">
            <a:avLst/>
          </a:prstGeom>
          <a:noFill/>
          <a:ln>
            <a:noFill/>
          </a:ln>
        </p:spPr>
      </p:sp>
      <p:sp>
        <p:nvSpPr>
          <p:cNvPr id="2123" name="Google Shape;2123;p67"/>
          <p:cNvSpPr txBox="1">
            <a:spLocks noGrp="1"/>
          </p:cNvSpPr>
          <p:nvPr>
            <p:ph type="body" idx="3"/>
          </p:nvPr>
        </p:nvSpPr>
        <p:spPr>
          <a:xfrm>
            <a:off x="6156967" y="2832400"/>
            <a:ext cx="400000" cy="4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lvl="0" indent="-37252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 b="1"/>
            </a:lvl1pPr>
            <a:lvl2pPr marL="1219170" lvl="1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2pPr>
            <a:lvl3pPr marL="1828754" lvl="2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■"/>
              <a:defRPr sz="1067" b="1"/>
            </a:lvl3pPr>
            <a:lvl4pPr marL="2438339" lvl="3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●"/>
              <a:defRPr sz="1067" b="1"/>
            </a:lvl4pPr>
            <a:lvl5pPr marL="3047924" lvl="4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5pPr>
            <a:lvl6pPr marL="3657509" lvl="5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■"/>
              <a:defRPr sz="1067" b="1"/>
            </a:lvl6pPr>
            <a:lvl7pPr marL="4267093" lvl="6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●"/>
              <a:defRPr sz="1067" b="1"/>
            </a:lvl7pPr>
            <a:lvl8pPr marL="4876678" lvl="7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8pPr>
            <a:lvl9pPr marL="5486263" lvl="8" indent="-372524" algn="ctr">
              <a:lnSpc>
                <a:spcPct val="100000"/>
              </a:lnSpc>
              <a:spcBef>
                <a:spcPts val="1067"/>
              </a:spcBef>
              <a:spcAft>
                <a:spcPts val="1067"/>
              </a:spcAft>
              <a:buSzPts val="800"/>
              <a:buChar char="■"/>
              <a:defRPr sz="1067" b="1"/>
            </a:lvl9pPr>
          </a:lstStyle>
          <a:p>
            <a:endParaRPr/>
          </a:p>
        </p:txBody>
      </p:sp>
      <p:sp>
        <p:nvSpPr>
          <p:cNvPr id="2124" name="Google Shape;2124;p67"/>
          <p:cNvSpPr/>
          <p:nvPr/>
        </p:nvSpPr>
        <p:spPr>
          <a:xfrm>
            <a:off x="6156979" y="2836877"/>
            <a:ext cx="400000" cy="4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5" name="Google Shape;2125;p67"/>
          <p:cNvSpPr txBox="1">
            <a:spLocks noGrp="1"/>
          </p:cNvSpPr>
          <p:nvPr>
            <p:ph type="subTitle" idx="4"/>
          </p:nvPr>
        </p:nvSpPr>
        <p:spPr>
          <a:xfrm>
            <a:off x="6778700" y="2863401"/>
            <a:ext cx="4828400" cy="1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26" name="Google Shape;2126;p67"/>
          <p:cNvSpPr txBox="1">
            <a:spLocks noGrp="1"/>
          </p:cNvSpPr>
          <p:nvPr>
            <p:ph type="body" idx="5"/>
          </p:nvPr>
        </p:nvSpPr>
        <p:spPr>
          <a:xfrm>
            <a:off x="6791100" y="3158636"/>
            <a:ext cx="4803600" cy="1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1pPr>
            <a:lvl2pPr marL="1219170" lvl="1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2pPr>
            <a:lvl3pPr marL="1828754" lvl="2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3pPr>
            <a:lvl4pPr marL="2438339" lvl="3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4pPr>
            <a:lvl5pPr marL="3047924" lvl="4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5pPr>
            <a:lvl6pPr marL="3657509" lvl="5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6pPr>
            <a:lvl7pPr marL="4267093" lvl="6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7pPr>
            <a:lvl8pPr marL="4876678" lvl="7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8pPr>
            <a:lvl9pPr marL="5486263" lvl="8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9pPr>
          </a:lstStyle>
          <a:p>
            <a:endParaRPr/>
          </a:p>
        </p:txBody>
      </p:sp>
      <p:sp>
        <p:nvSpPr>
          <p:cNvPr id="2127" name="Google Shape;2127;p67"/>
          <p:cNvSpPr txBox="1">
            <a:spLocks noGrp="1"/>
          </p:cNvSpPr>
          <p:nvPr>
            <p:ph type="body" idx="6"/>
          </p:nvPr>
        </p:nvSpPr>
        <p:spPr>
          <a:xfrm>
            <a:off x="6150700" y="3613833"/>
            <a:ext cx="400000" cy="4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lvl="0" indent="-37252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 b="1"/>
            </a:lvl1pPr>
            <a:lvl2pPr marL="1219170" lvl="1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2pPr>
            <a:lvl3pPr marL="1828754" lvl="2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■"/>
              <a:defRPr sz="1067" b="1"/>
            </a:lvl3pPr>
            <a:lvl4pPr marL="2438339" lvl="3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●"/>
              <a:defRPr sz="1067" b="1"/>
            </a:lvl4pPr>
            <a:lvl5pPr marL="3047924" lvl="4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5pPr>
            <a:lvl6pPr marL="3657509" lvl="5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■"/>
              <a:defRPr sz="1067" b="1"/>
            </a:lvl6pPr>
            <a:lvl7pPr marL="4267093" lvl="6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●"/>
              <a:defRPr sz="1067" b="1"/>
            </a:lvl7pPr>
            <a:lvl8pPr marL="4876678" lvl="7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8pPr>
            <a:lvl9pPr marL="5486263" lvl="8" indent="-372524" algn="ctr">
              <a:lnSpc>
                <a:spcPct val="100000"/>
              </a:lnSpc>
              <a:spcBef>
                <a:spcPts val="1067"/>
              </a:spcBef>
              <a:spcAft>
                <a:spcPts val="1067"/>
              </a:spcAft>
              <a:buSzPts val="800"/>
              <a:buChar char="■"/>
              <a:defRPr sz="1067" b="1"/>
            </a:lvl9pPr>
          </a:lstStyle>
          <a:p>
            <a:endParaRPr/>
          </a:p>
        </p:txBody>
      </p:sp>
      <p:sp>
        <p:nvSpPr>
          <p:cNvPr id="2128" name="Google Shape;2128;p67"/>
          <p:cNvSpPr/>
          <p:nvPr/>
        </p:nvSpPr>
        <p:spPr>
          <a:xfrm>
            <a:off x="6150712" y="3618311"/>
            <a:ext cx="400000" cy="4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9" name="Google Shape;2129;p67"/>
          <p:cNvSpPr txBox="1">
            <a:spLocks noGrp="1"/>
          </p:cNvSpPr>
          <p:nvPr>
            <p:ph type="subTitle" idx="7"/>
          </p:nvPr>
        </p:nvSpPr>
        <p:spPr>
          <a:xfrm>
            <a:off x="6772433" y="3644835"/>
            <a:ext cx="4828400" cy="1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30" name="Google Shape;2130;p67"/>
          <p:cNvSpPr txBox="1">
            <a:spLocks noGrp="1"/>
          </p:cNvSpPr>
          <p:nvPr>
            <p:ph type="body" idx="8"/>
          </p:nvPr>
        </p:nvSpPr>
        <p:spPr>
          <a:xfrm>
            <a:off x="6784833" y="3940069"/>
            <a:ext cx="4803600" cy="1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1pPr>
            <a:lvl2pPr marL="1219170" lvl="1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2pPr>
            <a:lvl3pPr marL="1828754" lvl="2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3pPr>
            <a:lvl4pPr marL="2438339" lvl="3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4pPr>
            <a:lvl5pPr marL="3047924" lvl="4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5pPr>
            <a:lvl6pPr marL="3657509" lvl="5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6pPr>
            <a:lvl7pPr marL="4267093" lvl="6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7pPr>
            <a:lvl8pPr marL="4876678" lvl="7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8pPr>
            <a:lvl9pPr marL="5486263" lvl="8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9pPr>
          </a:lstStyle>
          <a:p>
            <a:endParaRPr/>
          </a:p>
        </p:txBody>
      </p:sp>
      <p:sp>
        <p:nvSpPr>
          <p:cNvPr id="2131" name="Google Shape;2131;p67"/>
          <p:cNvSpPr txBox="1">
            <a:spLocks noGrp="1"/>
          </p:cNvSpPr>
          <p:nvPr>
            <p:ph type="body" idx="9"/>
          </p:nvPr>
        </p:nvSpPr>
        <p:spPr>
          <a:xfrm>
            <a:off x="6150700" y="4377056"/>
            <a:ext cx="400000" cy="4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lvl="0" indent="-37252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 b="1"/>
            </a:lvl1pPr>
            <a:lvl2pPr marL="1219170" lvl="1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2pPr>
            <a:lvl3pPr marL="1828754" lvl="2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■"/>
              <a:defRPr sz="1067" b="1"/>
            </a:lvl3pPr>
            <a:lvl4pPr marL="2438339" lvl="3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●"/>
              <a:defRPr sz="1067" b="1"/>
            </a:lvl4pPr>
            <a:lvl5pPr marL="3047924" lvl="4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5pPr>
            <a:lvl6pPr marL="3657509" lvl="5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■"/>
              <a:defRPr sz="1067" b="1"/>
            </a:lvl6pPr>
            <a:lvl7pPr marL="4267093" lvl="6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●"/>
              <a:defRPr sz="1067" b="1"/>
            </a:lvl7pPr>
            <a:lvl8pPr marL="4876678" lvl="7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8pPr>
            <a:lvl9pPr marL="5486263" lvl="8" indent="-372524" algn="ctr">
              <a:lnSpc>
                <a:spcPct val="100000"/>
              </a:lnSpc>
              <a:spcBef>
                <a:spcPts val="1067"/>
              </a:spcBef>
              <a:spcAft>
                <a:spcPts val="1067"/>
              </a:spcAft>
              <a:buSzPts val="800"/>
              <a:buChar char="■"/>
              <a:defRPr sz="1067" b="1"/>
            </a:lvl9pPr>
          </a:lstStyle>
          <a:p>
            <a:endParaRPr/>
          </a:p>
        </p:txBody>
      </p:sp>
      <p:sp>
        <p:nvSpPr>
          <p:cNvPr id="2132" name="Google Shape;2132;p67"/>
          <p:cNvSpPr/>
          <p:nvPr/>
        </p:nvSpPr>
        <p:spPr>
          <a:xfrm>
            <a:off x="6150712" y="4381533"/>
            <a:ext cx="400000" cy="4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3" name="Google Shape;2133;p67"/>
          <p:cNvSpPr txBox="1">
            <a:spLocks noGrp="1"/>
          </p:cNvSpPr>
          <p:nvPr>
            <p:ph type="subTitle" idx="13"/>
          </p:nvPr>
        </p:nvSpPr>
        <p:spPr>
          <a:xfrm>
            <a:off x="6772433" y="4408057"/>
            <a:ext cx="4828400" cy="1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34" name="Google Shape;2134;p67"/>
          <p:cNvSpPr txBox="1">
            <a:spLocks noGrp="1"/>
          </p:cNvSpPr>
          <p:nvPr>
            <p:ph type="body" idx="14"/>
          </p:nvPr>
        </p:nvSpPr>
        <p:spPr>
          <a:xfrm>
            <a:off x="6784833" y="4740200"/>
            <a:ext cx="4803600" cy="1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1pPr>
            <a:lvl2pPr marL="1219170" lvl="1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2pPr>
            <a:lvl3pPr marL="1828754" lvl="2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3pPr>
            <a:lvl4pPr marL="2438339" lvl="3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4pPr>
            <a:lvl5pPr marL="3047924" lvl="4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5pPr>
            <a:lvl6pPr marL="3657509" lvl="5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6pPr>
            <a:lvl7pPr marL="4267093" lvl="6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7pPr>
            <a:lvl8pPr marL="4876678" lvl="7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8pPr>
            <a:lvl9pPr marL="5486263" lvl="8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9pPr>
          </a:lstStyle>
          <a:p>
            <a:endParaRPr/>
          </a:p>
        </p:txBody>
      </p:sp>
      <p:sp>
        <p:nvSpPr>
          <p:cNvPr id="2135" name="Google Shape;2135;p67"/>
          <p:cNvSpPr txBox="1">
            <a:spLocks noGrp="1"/>
          </p:cNvSpPr>
          <p:nvPr>
            <p:ph type="body" idx="15"/>
          </p:nvPr>
        </p:nvSpPr>
        <p:spPr>
          <a:xfrm>
            <a:off x="6150700" y="5139803"/>
            <a:ext cx="400000" cy="4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lvl="0" indent="-37252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 b="1"/>
            </a:lvl1pPr>
            <a:lvl2pPr marL="1219170" lvl="1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2pPr>
            <a:lvl3pPr marL="1828754" lvl="2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■"/>
              <a:defRPr sz="1067" b="1"/>
            </a:lvl3pPr>
            <a:lvl4pPr marL="2438339" lvl="3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●"/>
              <a:defRPr sz="1067" b="1"/>
            </a:lvl4pPr>
            <a:lvl5pPr marL="3047924" lvl="4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5pPr>
            <a:lvl6pPr marL="3657509" lvl="5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■"/>
              <a:defRPr sz="1067" b="1"/>
            </a:lvl6pPr>
            <a:lvl7pPr marL="4267093" lvl="6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●"/>
              <a:defRPr sz="1067" b="1"/>
            </a:lvl7pPr>
            <a:lvl8pPr marL="4876678" lvl="7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8pPr>
            <a:lvl9pPr marL="5486263" lvl="8" indent="-372524" algn="ctr">
              <a:lnSpc>
                <a:spcPct val="100000"/>
              </a:lnSpc>
              <a:spcBef>
                <a:spcPts val="1067"/>
              </a:spcBef>
              <a:spcAft>
                <a:spcPts val="1067"/>
              </a:spcAft>
              <a:buSzPts val="800"/>
              <a:buChar char="■"/>
              <a:defRPr sz="1067" b="1"/>
            </a:lvl9pPr>
          </a:lstStyle>
          <a:p>
            <a:endParaRPr/>
          </a:p>
        </p:txBody>
      </p:sp>
      <p:sp>
        <p:nvSpPr>
          <p:cNvPr id="2136" name="Google Shape;2136;p67"/>
          <p:cNvSpPr/>
          <p:nvPr/>
        </p:nvSpPr>
        <p:spPr>
          <a:xfrm>
            <a:off x="6150712" y="5144280"/>
            <a:ext cx="400000" cy="4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7" name="Google Shape;2137;p67"/>
          <p:cNvSpPr txBox="1">
            <a:spLocks noGrp="1"/>
          </p:cNvSpPr>
          <p:nvPr>
            <p:ph type="subTitle" idx="16"/>
          </p:nvPr>
        </p:nvSpPr>
        <p:spPr>
          <a:xfrm>
            <a:off x="6772433" y="5170804"/>
            <a:ext cx="4828400" cy="1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38" name="Google Shape;2138;p67"/>
          <p:cNvSpPr txBox="1">
            <a:spLocks noGrp="1"/>
          </p:cNvSpPr>
          <p:nvPr>
            <p:ph type="body" idx="17"/>
          </p:nvPr>
        </p:nvSpPr>
        <p:spPr>
          <a:xfrm>
            <a:off x="6784833" y="5466039"/>
            <a:ext cx="4803600" cy="1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1pPr>
            <a:lvl2pPr marL="1219170" lvl="1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2pPr>
            <a:lvl3pPr marL="1828754" lvl="2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3pPr>
            <a:lvl4pPr marL="2438339" lvl="3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4pPr>
            <a:lvl5pPr marL="3047924" lvl="4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5pPr>
            <a:lvl6pPr marL="3657509" lvl="5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6pPr>
            <a:lvl7pPr marL="4267093" lvl="6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7pPr>
            <a:lvl8pPr marL="4876678" lvl="7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8pPr>
            <a:lvl9pPr marL="5486263" lvl="8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9pPr>
          </a:lstStyle>
          <a:p>
            <a:endParaRPr/>
          </a:p>
        </p:txBody>
      </p:sp>
      <p:sp>
        <p:nvSpPr>
          <p:cNvPr id="2139" name="Google Shape;2139;p67"/>
          <p:cNvSpPr txBox="1">
            <a:spLocks noGrp="1"/>
          </p:cNvSpPr>
          <p:nvPr>
            <p:ph type="body" idx="18"/>
          </p:nvPr>
        </p:nvSpPr>
        <p:spPr>
          <a:xfrm>
            <a:off x="6150700" y="5961333"/>
            <a:ext cx="400000" cy="4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lvl="0" indent="-37252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 b="1"/>
            </a:lvl1pPr>
            <a:lvl2pPr marL="1219170" lvl="1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2pPr>
            <a:lvl3pPr marL="1828754" lvl="2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■"/>
              <a:defRPr sz="1067" b="1"/>
            </a:lvl3pPr>
            <a:lvl4pPr marL="2438339" lvl="3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●"/>
              <a:defRPr sz="1067" b="1"/>
            </a:lvl4pPr>
            <a:lvl5pPr marL="3047924" lvl="4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5pPr>
            <a:lvl6pPr marL="3657509" lvl="5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■"/>
              <a:defRPr sz="1067" b="1"/>
            </a:lvl6pPr>
            <a:lvl7pPr marL="4267093" lvl="6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●"/>
              <a:defRPr sz="1067" b="1"/>
            </a:lvl7pPr>
            <a:lvl8pPr marL="4876678" lvl="7" indent="-372524" algn="ctr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800"/>
              <a:buChar char="○"/>
              <a:defRPr sz="1067" b="1"/>
            </a:lvl8pPr>
            <a:lvl9pPr marL="5486263" lvl="8" indent="-372524" algn="ctr">
              <a:lnSpc>
                <a:spcPct val="100000"/>
              </a:lnSpc>
              <a:spcBef>
                <a:spcPts val="1067"/>
              </a:spcBef>
              <a:spcAft>
                <a:spcPts val="1067"/>
              </a:spcAft>
              <a:buSzPts val="800"/>
              <a:buChar char="■"/>
              <a:defRPr sz="1067" b="1"/>
            </a:lvl9pPr>
          </a:lstStyle>
          <a:p>
            <a:endParaRPr/>
          </a:p>
        </p:txBody>
      </p:sp>
      <p:sp>
        <p:nvSpPr>
          <p:cNvPr id="2140" name="Google Shape;2140;p67"/>
          <p:cNvSpPr/>
          <p:nvPr/>
        </p:nvSpPr>
        <p:spPr>
          <a:xfrm>
            <a:off x="6150712" y="5953508"/>
            <a:ext cx="400000" cy="4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1" name="Google Shape;2141;p67"/>
          <p:cNvSpPr txBox="1">
            <a:spLocks noGrp="1"/>
          </p:cNvSpPr>
          <p:nvPr>
            <p:ph type="subTitle" idx="19"/>
          </p:nvPr>
        </p:nvSpPr>
        <p:spPr>
          <a:xfrm>
            <a:off x="6772433" y="5980032"/>
            <a:ext cx="4828400" cy="1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42" name="Google Shape;2142;p67"/>
          <p:cNvSpPr txBox="1">
            <a:spLocks noGrp="1"/>
          </p:cNvSpPr>
          <p:nvPr>
            <p:ph type="body" idx="20"/>
          </p:nvPr>
        </p:nvSpPr>
        <p:spPr>
          <a:xfrm>
            <a:off x="6784833" y="6275267"/>
            <a:ext cx="4803600" cy="1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1pPr>
            <a:lvl2pPr marL="1219170" lvl="1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2pPr>
            <a:lvl3pPr marL="1828754" lvl="2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3pPr>
            <a:lvl4pPr marL="2438339" lvl="3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4pPr>
            <a:lvl5pPr marL="3047924" lvl="4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5pPr>
            <a:lvl6pPr marL="3657509" lvl="5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6pPr>
            <a:lvl7pPr marL="4267093" lvl="6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7pPr>
            <a:lvl8pPr marL="4876678" lvl="7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8pPr>
            <a:lvl9pPr marL="5486263" lvl="8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80046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1_23: Title, text, photo, right">
    <p:spTree>
      <p:nvGrpSpPr>
        <p:cNvPr id="1" name="Shape 2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4" name="Google Shape;2144;p68"/>
          <p:cNvSpPr txBox="1"/>
          <p:nvPr/>
        </p:nvSpPr>
        <p:spPr>
          <a:xfrm>
            <a:off x="0" y="0"/>
            <a:ext cx="5596000" cy="5154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5" name="Google Shape;2145;p68"/>
          <p:cNvSpPr txBox="1">
            <a:spLocks noGrp="1"/>
          </p:cNvSpPr>
          <p:nvPr>
            <p:ph type="title"/>
          </p:nvPr>
        </p:nvSpPr>
        <p:spPr>
          <a:xfrm>
            <a:off x="6751600" y="1326067"/>
            <a:ext cx="4989200" cy="86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46" name="Google Shape;2146;p68"/>
          <p:cNvSpPr txBox="1">
            <a:spLocks noGrp="1"/>
          </p:cNvSpPr>
          <p:nvPr>
            <p:ph type="body" idx="1"/>
          </p:nvPr>
        </p:nvSpPr>
        <p:spPr>
          <a:xfrm>
            <a:off x="6751600" y="2337533"/>
            <a:ext cx="4989200" cy="41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147" name="Google Shape;2147;p68"/>
          <p:cNvSpPr>
            <a:spLocks noGrp="1"/>
          </p:cNvSpPr>
          <p:nvPr>
            <p:ph type="pic" idx="2"/>
          </p:nvPr>
        </p:nvSpPr>
        <p:spPr>
          <a:xfrm>
            <a:off x="578233" y="430600"/>
            <a:ext cx="5455200" cy="50364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99929543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1_23: Title, text, photo, right">
    <p:spTree>
      <p:nvGrpSpPr>
        <p:cNvPr id="1" name="Shape 2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9" name="Google Shape;2149;p69"/>
          <p:cNvSpPr/>
          <p:nvPr/>
        </p:nvSpPr>
        <p:spPr>
          <a:xfrm>
            <a:off x="1249936" y="1054800"/>
            <a:ext cx="291600" cy="4748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50" name="Google Shape;2150;p69"/>
          <p:cNvSpPr/>
          <p:nvPr/>
        </p:nvSpPr>
        <p:spPr>
          <a:xfrm>
            <a:off x="1549200" y="-22400"/>
            <a:ext cx="5728000" cy="6881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51" name="Google Shape;2151;p69"/>
          <p:cNvSpPr txBox="1">
            <a:spLocks noGrp="1"/>
          </p:cNvSpPr>
          <p:nvPr>
            <p:ph type="title"/>
          </p:nvPr>
        </p:nvSpPr>
        <p:spPr>
          <a:xfrm>
            <a:off x="6031300" y="1054800"/>
            <a:ext cx="5703600" cy="47484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01150" rIns="22860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152" name="Google Shape;2152;p69"/>
          <p:cNvSpPr txBox="1">
            <a:spLocks noGrp="1"/>
          </p:cNvSpPr>
          <p:nvPr>
            <p:ph type="body" idx="1"/>
          </p:nvPr>
        </p:nvSpPr>
        <p:spPr>
          <a:xfrm>
            <a:off x="6031200" y="2368133"/>
            <a:ext cx="5703600" cy="34352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564702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1_23: Title, text, photo, left">
    <p:spTree>
      <p:nvGrpSpPr>
        <p:cNvPr id="1" name="Shape 2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4" name="Google Shape;2154;p70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55" name="Google Shape;2155;p70"/>
          <p:cNvSpPr/>
          <p:nvPr/>
        </p:nvSpPr>
        <p:spPr>
          <a:xfrm>
            <a:off x="5454800" y="833"/>
            <a:ext cx="5744000" cy="6858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56" name="Google Shape;2156;p70"/>
          <p:cNvSpPr txBox="1">
            <a:spLocks noGrp="1"/>
          </p:cNvSpPr>
          <p:nvPr>
            <p:ph type="title" idx="2"/>
          </p:nvPr>
        </p:nvSpPr>
        <p:spPr>
          <a:xfrm>
            <a:off x="1127567" y="1054733"/>
            <a:ext cx="5462000" cy="47484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28600" rIns="22860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157" name="Google Shape;2157;p70"/>
          <p:cNvSpPr/>
          <p:nvPr/>
        </p:nvSpPr>
        <p:spPr>
          <a:xfrm>
            <a:off x="11190415" y="1054800"/>
            <a:ext cx="291600" cy="4748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58" name="Google Shape;2158;p70"/>
          <p:cNvSpPr txBox="1">
            <a:spLocks noGrp="1"/>
          </p:cNvSpPr>
          <p:nvPr>
            <p:ph type="body" idx="1"/>
          </p:nvPr>
        </p:nvSpPr>
        <p:spPr>
          <a:xfrm>
            <a:off x="1127567" y="2289167"/>
            <a:ext cx="5462000" cy="351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4139808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1_23: Title, text, photo, left">
    <p:spTree>
      <p:nvGrpSpPr>
        <p:cNvPr id="1" name="Shape 2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" name="Google Shape;2160;p71"/>
          <p:cNvSpPr/>
          <p:nvPr/>
        </p:nvSpPr>
        <p:spPr>
          <a:xfrm>
            <a:off x="10485133" y="-3033"/>
            <a:ext cx="17068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1" name="Google Shape;2161;p71"/>
          <p:cNvSpPr txBox="1">
            <a:spLocks noGrp="1"/>
          </p:cNvSpPr>
          <p:nvPr>
            <p:ph type="title"/>
          </p:nvPr>
        </p:nvSpPr>
        <p:spPr>
          <a:xfrm>
            <a:off x="568967" y="1215200"/>
            <a:ext cx="4880800" cy="87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62" name="Google Shape;2162;p71"/>
          <p:cNvSpPr txBox="1">
            <a:spLocks noGrp="1"/>
          </p:cNvSpPr>
          <p:nvPr>
            <p:ph type="body" idx="1"/>
          </p:nvPr>
        </p:nvSpPr>
        <p:spPr>
          <a:xfrm>
            <a:off x="556867" y="2230367"/>
            <a:ext cx="4892800" cy="39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163" name="Google Shape;2163;p71"/>
          <p:cNvSpPr>
            <a:spLocks noGrp="1"/>
          </p:cNvSpPr>
          <p:nvPr>
            <p:ph type="pic" idx="2"/>
          </p:nvPr>
        </p:nvSpPr>
        <p:spPr>
          <a:xfrm>
            <a:off x="6717800" y="707200"/>
            <a:ext cx="5022800" cy="54780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44696616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, pattern">
  <p:cSld name="23: Title, text, photo, left, pattern">
    <p:spTree>
      <p:nvGrpSpPr>
        <p:cNvPr id="1" name="Shape 2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65" name="Google Shape;2165;p72"/>
          <p:cNvPicPr preferRelativeResize="0"/>
          <p:nvPr/>
        </p:nvPicPr>
        <p:blipFill rotWithShape="1">
          <a:blip r:embed="rId2">
            <a:alphaModFix/>
          </a:blip>
          <a:srcRect l="56549" t="4416" r="-833"/>
          <a:stretch/>
        </p:blipFill>
        <p:spPr>
          <a:xfrm>
            <a:off x="6792900" y="426239"/>
            <a:ext cx="5092803" cy="5743600"/>
          </a:xfrm>
          <a:prstGeom prst="rect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2166" name="Google Shape;2166;p72"/>
          <p:cNvSpPr txBox="1">
            <a:spLocks noGrp="1"/>
          </p:cNvSpPr>
          <p:nvPr>
            <p:ph type="body" idx="1"/>
          </p:nvPr>
        </p:nvSpPr>
        <p:spPr>
          <a:xfrm>
            <a:off x="1138133" y="2263700"/>
            <a:ext cx="4896800" cy="390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167" name="Google Shape;2167;p72"/>
          <p:cNvSpPr txBox="1">
            <a:spLocks noGrp="1"/>
          </p:cNvSpPr>
          <p:nvPr>
            <p:ph type="title"/>
          </p:nvPr>
        </p:nvSpPr>
        <p:spPr>
          <a:xfrm>
            <a:off x="1138133" y="1190033"/>
            <a:ext cx="4896800" cy="8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68" name="Google Shape;2168;p72"/>
          <p:cNvSpPr>
            <a:spLocks noGrp="1"/>
          </p:cNvSpPr>
          <p:nvPr>
            <p:ph type="pic" idx="2"/>
          </p:nvPr>
        </p:nvSpPr>
        <p:spPr>
          <a:xfrm>
            <a:off x="7150100" y="748505"/>
            <a:ext cx="5042000" cy="51308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79528707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white">
  <p:cSld name="23: Title, text, photo, right — white">
    <p:spTree>
      <p:nvGrpSpPr>
        <p:cNvPr id="1" name="Shape 2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" name="Google Shape;2170;p73"/>
          <p:cNvSpPr>
            <a:spLocks noGrp="1"/>
          </p:cNvSpPr>
          <p:nvPr>
            <p:ph type="pic" idx="2"/>
          </p:nvPr>
        </p:nvSpPr>
        <p:spPr>
          <a:xfrm>
            <a:off x="1342500" y="1320409"/>
            <a:ext cx="2645600" cy="2674800"/>
          </a:xfrm>
          <a:prstGeom prst="rect">
            <a:avLst/>
          </a:prstGeom>
          <a:noFill/>
          <a:ln>
            <a:noFill/>
          </a:ln>
        </p:spPr>
      </p:sp>
      <p:sp>
        <p:nvSpPr>
          <p:cNvPr id="2171" name="Google Shape;2171;p73"/>
          <p:cNvSpPr txBox="1">
            <a:spLocks noGrp="1"/>
          </p:cNvSpPr>
          <p:nvPr>
            <p:ph type="title"/>
          </p:nvPr>
        </p:nvSpPr>
        <p:spPr>
          <a:xfrm>
            <a:off x="5050567" y="1864367"/>
            <a:ext cx="6694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5867"/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2" name="Google Shape;2172;p73"/>
          <p:cNvSpPr txBox="1">
            <a:spLocks noGrp="1"/>
          </p:cNvSpPr>
          <p:nvPr>
            <p:ph type="subTitle" idx="1"/>
          </p:nvPr>
        </p:nvSpPr>
        <p:spPr>
          <a:xfrm>
            <a:off x="5045933" y="1320400"/>
            <a:ext cx="6694800" cy="4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3" name="Google Shape;2173;p73"/>
          <p:cNvSpPr txBox="1">
            <a:spLocks noGrp="1"/>
          </p:cNvSpPr>
          <p:nvPr>
            <p:ph type="body" idx="3"/>
          </p:nvPr>
        </p:nvSpPr>
        <p:spPr>
          <a:xfrm>
            <a:off x="5045933" y="3675600"/>
            <a:ext cx="6694800" cy="27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0479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1pPr>
            <a:lvl2pPr marL="1219170" lvl="1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2pPr>
            <a:lvl3pPr marL="1828754" lvl="2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3pPr>
            <a:lvl4pPr marL="2438339" lvl="3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4pPr>
            <a:lvl5pPr marL="3047924" lvl="4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5pPr>
            <a:lvl6pPr marL="3657509" lvl="5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6pPr>
            <a:lvl7pPr marL="4267093" lvl="6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7pPr>
            <a:lvl8pPr marL="4876678" lvl="7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8pPr>
            <a:lvl9pPr marL="5486263" lvl="8" indent="-304792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07493115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black">
  <p:cSld name="23: Title, text, photo, right — black">
    <p:bg>
      <p:bgPr>
        <a:solidFill>
          <a:schemeClr val="dk1"/>
        </a:solidFill>
        <a:effectLst/>
      </p:bgPr>
    </p:bg>
    <p:spTree>
      <p:nvGrpSpPr>
        <p:cNvPr id="1" name="Shape 2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5" name="Google Shape;2175;p74"/>
          <p:cNvSpPr>
            <a:spLocks noGrp="1"/>
          </p:cNvSpPr>
          <p:nvPr>
            <p:ph type="pic" idx="2"/>
          </p:nvPr>
        </p:nvSpPr>
        <p:spPr>
          <a:xfrm>
            <a:off x="1342500" y="1320409"/>
            <a:ext cx="2645600" cy="2674800"/>
          </a:xfrm>
          <a:prstGeom prst="rect">
            <a:avLst/>
          </a:prstGeom>
          <a:noFill/>
          <a:ln>
            <a:noFill/>
          </a:ln>
        </p:spPr>
      </p:sp>
      <p:sp>
        <p:nvSpPr>
          <p:cNvPr id="2176" name="Google Shape;2176;p74"/>
          <p:cNvSpPr txBox="1">
            <a:spLocks noGrp="1"/>
          </p:cNvSpPr>
          <p:nvPr>
            <p:ph type="title"/>
          </p:nvPr>
        </p:nvSpPr>
        <p:spPr>
          <a:xfrm>
            <a:off x="5050567" y="1864367"/>
            <a:ext cx="6694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None/>
              <a:defRPr sz="5867">
                <a:solidFill>
                  <a:schemeClr val="lt1"/>
                </a:solidFill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7" name="Google Shape;2177;p74"/>
          <p:cNvSpPr txBox="1">
            <a:spLocks noGrp="1"/>
          </p:cNvSpPr>
          <p:nvPr>
            <p:ph type="subTitle" idx="1"/>
          </p:nvPr>
        </p:nvSpPr>
        <p:spPr>
          <a:xfrm>
            <a:off x="5045933" y="1320400"/>
            <a:ext cx="6694800" cy="4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8" name="Google Shape;2178;p74"/>
          <p:cNvSpPr txBox="1">
            <a:spLocks noGrp="1"/>
          </p:cNvSpPr>
          <p:nvPr>
            <p:ph type="body" idx="3"/>
          </p:nvPr>
        </p:nvSpPr>
        <p:spPr>
          <a:xfrm>
            <a:off x="5045933" y="3675600"/>
            <a:ext cx="6694800" cy="27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0479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marL="1219170" lvl="1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marL="1828754" lvl="2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marL="2438339" lvl="3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marL="3047924" lvl="4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marL="3657509" lvl="5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marL="4267093" lvl="6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marL="4876678" lvl="7" indent="-304792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marL="5486263" lvl="8" indent="-304792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38646054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right">
  <p:cSld name="23: Title, text, photo background, right">
    <p:spTree>
      <p:nvGrpSpPr>
        <p:cNvPr id="1" name="Shape 2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0" name="Google Shape;2180;p75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81" name="Google Shape;2181;p75"/>
          <p:cNvSpPr>
            <a:spLocks noGrp="1"/>
          </p:cNvSpPr>
          <p:nvPr>
            <p:ph type="pic" idx="2"/>
          </p:nvPr>
        </p:nvSpPr>
        <p:spPr>
          <a:xfrm>
            <a:off x="24600" y="-12300"/>
            <a:ext cx="12192000" cy="6858000"/>
          </a:xfrm>
          <a:prstGeom prst="rect">
            <a:avLst/>
          </a:prstGeom>
          <a:noFill/>
          <a:ln>
            <a:noFill/>
          </a:ln>
        </p:spPr>
      </p:sp>
      <p:sp>
        <p:nvSpPr>
          <p:cNvPr id="2182" name="Google Shape;2182;p75"/>
          <p:cNvSpPr txBox="1">
            <a:spLocks noGrp="1"/>
          </p:cNvSpPr>
          <p:nvPr>
            <p:ph type="title" idx="3"/>
          </p:nvPr>
        </p:nvSpPr>
        <p:spPr>
          <a:xfrm>
            <a:off x="7141433" y="435800"/>
            <a:ext cx="4463200" cy="6436800"/>
          </a:xfrm>
          <a:prstGeom prst="rect">
            <a:avLst/>
          </a:prstGeom>
          <a:solidFill>
            <a:srgbClr val="FFFFFF">
              <a:alpha val="90980"/>
            </a:srgbClr>
          </a:solidFill>
          <a:ln>
            <a:noFill/>
          </a:ln>
        </p:spPr>
        <p:txBody>
          <a:bodyPr spcFirstLastPara="1" wrap="square" lIns="137150" tIns="137150" rIns="137150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83" name="Google Shape;2183;p75"/>
          <p:cNvSpPr txBox="1">
            <a:spLocks noGrp="1"/>
          </p:cNvSpPr>
          <p:nvPr>
            <p:ph type="body" idx="1"/>
          </p:nvPr>
        </p:nvSpPr>
        <p:spPr>
          <a:xfrm>
            <a:off x="7278633" y="1697767"/>
            <a:ext cx="4072800" cy="473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14156944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left">
  <p:cSld name="23: Title, text, photo background, left">
    <p:spTree>
      <p:nvGrpSpPr>
        <p:cNvPr id="1" name="Shape 2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5" name="Google Shape;2185;p76"/>
          <p:cNvSpPr>
            <a:spLocks noGrp="1"/>
          </p:cNvSpPr>
          <p:nvPr>
            <p:ph type="pic" idx="2"/>
          </p:nvPr>
        </p:nvSpPr>
        <p:spPr>
          <a:xfrm>
            <a:off x="24600" y="-12300"/>
            <a:ext cx="12192000" cy="6858000"/>
          </a:xfrm>
          <a:prstGeom prst="rect">
            <a:avLst/>
          </a:prstGeom>
          <a:noFill/>
          <a:ln>
            <a:noFill/>
          </a:ln>
        </p:spPr>
      </p:sp>
      <p:sp>
        <p:nvSpPr>
          <p:cNvPr id="2186" name="Google Shape;2186;p76"/>
          <p:cNvSpPr txBox="1">
            <a:spLocks noGrp="1"/>
          </p:cNvSpPr>
          <p:nvPr>
            <p:ph type="title"/>
          </p:nvPr>
        </p:nvSpPr>
        <p:spPr>
          <a:xfrm>
            <a:off x="426733" y="421200"/>
            <a:ext cx="4445200" cy="6436800"/>
          </a:xfrm>
          <a:prstGeom prst="rect">
            <a:avLst/>
          </a:prstGeom>
          <a:solidFill>
            <a:srgbClr val="FFFFFF">
              <a:alpha val="90980"/>
            </a:srgbClr>
          </a:solidFill>
          <a:ln>
            <a:noFill/>
          </a:ln>
        </p:spPr>
        <p:txBody>
          <a:bodyPr spcFirstLastPara="1" wrap="square" lIns="137150" tIns="137150" rIns="137150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87" name="Google Shape;2187;p76"/>
          <p:cNvSpPr txBox="1">
            <a:spLocks noGrp="1"/>
          </p:cNvSpPr>
          <p:nvPr>
            <p:ph type="body" idx="1"/>
          </p:nvPr>
        </p:nvSpPr>
        <p:spPr>
          <a:xfrm>
            <a:off x="560833" y="1673167"/>
            <a:ext cx="4058000" cy="476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3490123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grid, left">
  <p:cSld name="23: Title, text, photo grid, left">
    <p:spTree>
      <p:nvGrpSpPr>
        <p:cNvPr id="1" name="Shape 2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9" name="Google Shape;2189;p77"/>
          <p:cNvSpPr/>
          <p:nvPr/>
        </p:nvSpPr>
        <p:spPr>
          <a:xfrm>
            <a:off x="8814800" y="-3033"/>
            <a:ext cx="33772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77"/>
          <p:cNvSpPr txBox="1">
            <a:spLocks noGrp="1"/>
          </p:cNvSpPr>
          <p:nvPr>
            <p:ph type="title"/>
          </p:nvPr>
        </p:nvSpPr>
        <p:spPr>
          <a:xfrm>
            <a:off x="568967" y="1175113"/>
            <a:ext cx="4880800" cy="87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91" name="Google Shape;2191;p77"/>
          <p:cNvSpPr txBox="1">
            <a:spLocks noGrp="1"/>
          </p:cNvSpPr>
          <p:nvPr>
            <p:ph type="body" idx="1"/>
          </p:nvPr>
        </p:nvSpPr>
        <p:spPr>
          <a:xfrm>
            <a:off x="556867" y="2190268"/>
            <a:ext cx="4892800" cy="39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192" name="Google Shape;2192;p77"/>
          <p:cNvSpPr>
            <a:spLocks noGrp="1"/>
          </p:cNvSpPr>
          <p:nvPr>
            <p:ph type="pic" idx="2"/>
          </p:nvPr>
        </p:nvSpPr>
        <p:spPr>
          <a:xfrm>
            <a:off x="9936467" y="707200"/>
            <a:ext cx="1804000" cy="5478000"/>
          </a:xfrm>
          <a:prstGeom prst="rect">
            <a:avLst/>
          </a:prstGeom>
          <a:noFill/>
          <a:ln>
            <a:noFill/>
          </a:ln>
        </p:spPr>
      </p:sp>
      <p:sp>
        <p:nvSpPr>
          <p:cNvPr id="2193" name="Google Shape;2193;p77"/>
          <p:cNvSpPr>
            <a:spLocks noGrp="1"/>
          </p:cNvSpPr>
          <p:nvPr>
            <p:ph type="pic" idx="3"/>
          </p:nvPr>
        </p:nvSpPr>
        <p:spPr>
          <a:xfrm>
            <a:off x="6156967" y="707200"/>
            <a:ext cx="3710000" cy="2663600"/>
          </a:xfrm>
          <a:prstGeom prst="rect">
            <a:avLst/>
          </a:prstGeom>
          <a:noFill/>
          <a:ln>
            <a:noFill/>
          </a:ln>
        </p:spPr>
      </p:sp>
      <p:sp>
        <p:nvSpPr>
          <p:cNvPr id="2194" name="Google Shape;2194;p77"/>
          <p:cNvSpPr>
            <a:spLocks noGrp="1"/>
          </p:cNvSpPr>
          <p:nvPr>
            <p:ph type="pic" idx="4"/>
          </p:nvPr>
        </p:nvSpPr>
        <p:spPr>
          <a:xfrm>
            <a:off x="6156967" y="3466400"/>
            <a:ext cx="3710000" cy="27188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453883542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left">
  <p:cSld name="23: Title, text, photos, left">
    <p:spTree>
      <p:nvGrpSpPr>
        <p:cNvPr id="1" name="Shape 2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96" name="Google Shape;2196;p7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" y="-2966"/>
            <a:ext cx="12192004" cy="6863932"/>
          </a:xfrm>
          <a:prstGeom prst="rect">
            <a:avLst/>
          </a:prstGeom>
          <a:noFill/>
          <a:ln>
            <a:noFill/>
          </a:ln>
        </p:spPr>
      </p:pic>
      <p:sp>
        <p:nvSpPr>
          <p:cNvPr id="2197" name="Google Shape;2197;p78"/>
          <p:cNvSpPr/>
          <p:nvPr/>
        </p:nvSpPr>
        <p:spPr>
          <a:xfrm>
            <a:off x="426733" y="725867"/>
            <a:ext cx="10058400" cy="5068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78"/>
          <p:cNvSpPr txBox="1">
            <a:spLocks noGrp="1"/>
          </p:cNvSpPr>
          <p:nvPr>
            <p:ph type="title"/>
          </p:nvPr>
        </p:nvSpPr>
        <p:spPr>
          <a:xfrm>
            <a:off x="568967" y="1525533"/>
            <a:ext cx="3344800" cy="7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99" name="Google Shape;2199;p78"/>
          <p:cNvSpPr txBox="1">
            <a:spLocks noGrp="1"/>
          </p:cNvSpPr>
          <p:nvPr>
            <p:ph type="body" idx="1"/>
          </p:nvPr>
        </p:nvSpPr>
        <p:spPr>
          <a:xfrm>
            <a:off x="556867" y="2497467"/>
            <a:ext cx="3356800" cy="258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200" name="Google Shape;2200;p78"/>
          <p:cNvSpPr>
            <a:spLocks noGrp="1"/>
          </p:cNvSpPr>
          <p:nvPr>
            <p:ph type="pic" idx="2"/>
          </p:nvPr>
        </p:nvSpPr>
        <p:spPr>
          <a:xfrm>
            <a:off x="10233640" y="1525533"/>
            <a:ext cx="1962800" cy="3358400"/>
          </a:xfrm>
          <a:prstGeom prst="rect">
            <a:avLst/>
          </a:prstGeom>
          <a:noFill/>
          <a:ln>
            <a:noFill/>
          </a:ln>
        </p:spPr>
      </p:sp>
      <p:sp>
        <p:nvSpPr>
          <p:cNvPr id="2201" name="Google Shape;2201;p78"/>
          <p:cNvSpPr>
            <a:spLocks noGrp="1"/>
          </p:cNvSpPr>
          <p:nvPr>
            <p:ph type="pic" idx="3"/>
          </p:nvPr>
        </p:nvSpPr>
        <p:spPr>
          <a:xfrm>
            <a:off x="8269245" y="1525533"/>
            <a:ext cx="1962800" cy="3358400"/>
          </a:xfrm>
          <a:prstGeom prst="rect">
            <a:avLst/>
          </a:prstGeom>
          <a:noFill/>
          <a:ln>
            <a:noFill/>
          </a:ln>
        </p:spPr>
      </p:sp>
      <p:sp>
        <p:nvSpPr>
          <p:cNvPr id="2202" name="Google Shape;2202;p78"/>
          <p:cNvSpPr>
            <a:spLocks noGrp="1"/>
          </p:cNvSpPr>
          <p:nvPr>
            <p:ph type="pic" idx="4"/>
          </p:nvPr>
        </p:nvSpPr>
        <p:spPr>
          <a:xfrm>
            <a:off x="6304805" y="1525533"/>
            <a:ext cx="1962800" cy="3358400"/>
          </a:xfrm>
          <a:prstGeom prst="rect">
            <a:avLst/>
          </a:prstGeom>
          <a:noFill/>
          <a:ln>
            <a:noFill/>
          </a:ln>
        </p:spPr>
      </p:sp>
      <p:sp>
        <p:nvSpPr>
          <p:cNvPr id="2203" name="Google Shape;2203;p78"/>
          <p:cNvSpPr>
            <a:spLocks noGrp="1"/>
          </p:cNvSpPr>
          <p:nvPr>
            <p:ph type="pic" idx="5"/>
          </p:nvPr>
        </p:nvSpPr>
        <p:spPr>
          <a:xfrm>
            <a:off x="4340367" y="1525533"/>
            <a:ext cx="1962800" cy="33584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24178728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ayout">
  <p:cSld name="23: Title, text, photo, layout">
    <p:spTree>
      <p:nvGrpSpPr>
        <p:cNvPr id="1" name="Shape 2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5" name="Google Shape;2205;p79"/>
          <p:cNvSpPr txBox="1">
            <a:spLocks noGrp="1"/>
          </p:cNvSpPr>
          <p:nvPr>
            <p:ph type="body" idx="1"/>
          </p:nvPr>
        </p:nvSpPr>
        <p:spPr>
          <a:xfrm>
            <a:off x="560833" y="1734700"/>
            <a:ext cx="4474400" cy="16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06" name="Google Shape;2206;p79"/>
          <p:cNvSpPr txBox="1">
            <a:spLocks noGrp="1"/>
          </p:cNvSpPr>
          <p:nvPr>
            <p:ph type="title"/>
          </p:nvPr>
        </p:nvSpPr>
        <p:spPr>
          <a:xfrm>
            <a:off x="566567" y="682033"/>
            <a:ext cx="4474400" cy="49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207" name="Google Shape;2207;p79"/>
          <p:cNvSpPr txBox="1"/>
          <p:nvPr/>
        </p:nvSpPr>
        <p:spPr>
          <a:xfrm>
            <a:off x="0" y="0"/>
            <a:ext cx="431600" cy="3415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08" name="Google Shape;2208;p79"/>
          <p:cNvSpPr>
            <a:spLocks noGrp="1"/>
          </p:cNvSpPr>
          <p:nvPr>
            <p:ph type="pic" idx="2"/>
          </p:nvPr>
        </p:nvSpPr>
        <p:spPr>
          <a:xfrm>
            <a:off x="5596133" y="-24600"/>
            <a:ext cx="6596000" cy="3450400"/>
          </a:xfrm>
          <a:prstGeom prst="rect">
            <a:avLst/>
          </a:prstGeom>
          <a:noFill/>
          <a:ln>
            <a:noFill/>
          </a:ln>
        </p:spPr>
      </p:sp>
      <p:sp>
        <p:nvSpPr>
          <p:cNvPr id="2209" name="Google Shape;2209;p79"/>
          <p:cNvSpPr txBox="1">
            <a:spLocks noGrp="1"/>
          </p:cNvSpPr>
          <p:nvPr>
            <p:ph type="subTitle" idx="3"/>
          </p:nvPr>
        </p:nvSpPr>
        <p:spPr>
          <a:xfrm>
            <a:off x="984233" y="3838033"/>
            <a:ext cx="1807600" cy="79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1pPr>
            <a:lvl2pPr lvl="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00000"/>
              </a:lnSpc>
              <a:spcBef>
                <a:spcPts val="1067"/>
              </a:spcBef>
              <a:spcAft>
                <a:spcPts val="1067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10" name="Google Shape;2210;p79"/>
          <p:cNvSpPr txBox="1">
            <a:spLocks noGrp="1"/>
          </p:cNvSpPr>
          <p:nvPr>
            <p:ph type="body" idx="4"/>
          </p:nvPr>
        </p:nvSpPr>
        <p:spPr>
          <a:xfrm>
            <a:off x="984233" y="4692877"/>
            <a:ext cx="1807600" cy="33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7252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2211" name="Google Shape;2211;p79"/>
          <p:cNvSpPr txBox="1">
            <a:spLocks noGrp="1"/>
          </p:cNvSpPr>
          <p:nvPr>
            <p:ph type="body" idx="5"/>
          </p:nvPr>
        </p:nvSpPr>
        <p:spPr>
          <a:xfrm>
            <a:off x="984233" y="5179433"/>
            <a:ext cx="1807600" cy="1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1pPr>
            <a:lvl2pPr marL="1219170" lvl="1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○"/>
              <a:defRPr sz="1067"/>
            </a:lvl2pPr>
            <a:lvl3pPr marL="1828754" lvl="2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■"/>
              <a:defRPr sz="1067"/>
            </a:lvl3pPr>
            <a:lvl4pPr marL="2438339" lvl="3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●"/>
              <a:defRPr sz="1067"/>
            </a:lvl4pPr>
            <a:lvl5pPr marL="3047924" lvl="4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○"/>
              <a:defRPr sz="1067"/>
            </a:lvl5pPr>
            <a:lvl6pPr marL="3657509" lvl="5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■"/>
              <a:defRPr sz="1067"/>
            </a:lvl6pPr>
            <a:lvl7pPr marL="4267093" lvl="6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●"/>
              <a:defRPr sz="1067"/>
            </a:lvl7pPr>
            <a:lvl8pPr marL="4876678" lvl="7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○"/>
              <a:defRPr sz="1067"/>
            </a:lvl8pPr>
            <a:lvl9pPr marL="5486263" lvl="8" indent="-372524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800"/>
              <a:buChar char="■"/>
              <a:defRPr sz="1067"/>
            </a:lvl9pPr>
          </a:lstStyle>
          <a:p>
            <a:endParaRPr/>
          </a:p>
        </p:txBody>
      </p:sp>
      <p:sp>
        <p:nvSpPr>
          <p:cNvPr id="2212" name="Google Shape;2212;p79"/>
          <p:cNvSpPr txBox="1">
            <a:spLocks noGrp="1"/>
          </p:cNvSpPr>
          <p:nvPr>
            <p:ph type="subTitle" idx="6"/>
          </p:nvPr>
        </p:nvSpPr>
        <p:spPr>
          <a:xfrm>
            <a:off x="8814800" y="3838033"/>
            <a:ext cx="1807600" cy="79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1pPr>
            <a:lvl2pPr lvl="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00000"/>
              </a:lnSpc>
              <a:spcBef>
                <a:spcPts val="1067"/>
              </a:spcBef>
              <a:spcAft>
                <a:spcPts val="1067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13" name="Google Shape;2213;p79"/>
          <p:cNvSpPr txBox="1">
            <a:spLocks noGrp="1"/>
          </p:cNvSpPr>
          <p:nvPr>
            <p:ph type="body" idx="7"/>
          </p:nvPr>
        </p:nvSpPr>
        <p:spPr>
          <a:xfrm>
            <a:off x="8814800" y="4692877"/>
            <a:ext cx="1807600" cy="33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7252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2214" name="Google Shape;2214;p79"/>
          <p:cNvSpPr txBox="1">
            <a:spLocks noGrp="1"/>
          </p:cNvSpPr>
          <p:nvPr>
            <p:ph type="body" idx="8"/>
          </p:nvPr>
        </p:nvSpPr>
        <p:spPr>
          <a:xfrm>
            <a:off x="8814800" y="5179433"/>
            <a:ext cx="1807600" cy="1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1pPr>
            <a:lvl2pPr marL="1219170" lvl="1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○"/>
              <a:defRPr sz="1067"/>
            </a:lvl2pPr>
            <a:lvl3pPr marL="1828754" lvl="2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■"/>
              <a:defRPr sz="1067"/>
            </a:lvl3pPr>
            <a:lvl4pPr marL="2438339" lvl="3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●"/>
              <a:defRPr sz="1067"/>
            </a:lvl4pPr>
            <a:lvl5pPr marL="3047924" lvl="4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○"/>
              <a:defRPr sz="1067"/>
            </a:lvl5pPr>
            <a:lvl6pPr marL="3657509" lvl="5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■"/>
              <a:defRPr sz="1067"/>
            </a:lvl6pPr>
            <a:lvl7pPr marL="4267093" lvl="6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●"/>
              <a:defRPr sz="1067"/>
            </a:lvl7pPr>
            <a:lvl8pPr marL="4876678" lvl="7" indent="-372524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800"/>
              <a:buChar char="○"/>
              <a:defRPr sz="1067"/>
            </a:lvl8pPr>
            <a:lvl9pPr marL="5486263" lvl="8" indent="-372524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800"/>
              <a:buChar char="■"/>
              <a:defRPr sz="1067"/>
            </a:lvl9pPr>
          </a:lstStyle>
          <a:p>
            <a:endParaRPr/>
          </a:p>
        </p:txBody>
      </p:sp>
      <p:sp>
        <p:nvSpPr>
          <p:cNvPr id="2215" name="Google Shape;2215;p79"/>
          <p:cNvSpPr txBox="1">
            <a:spLocks noGrp="1"/>
          </p:cNvSpPr>
          <p:nvPr>
            <p:ph type="subTitle" idx="9"/>
          </p:nvPr>
        </p:nvSpPr>
        <p:spPr>
          <a:xfrm>
            <a:off x="4899484" y="3838033"/>
            <a:ext cx="1807600" cy="79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1pPr>
            <a:lvl2pPr lvl="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100000"/>
              </a:lnSpc>
              <a:spcBef>
                <a:spcPts val="1067"/>
              </a:spcBef>
              <a:spcAft>
                <a:spcPts val="1067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16" name="Google Shape;2216;p79"/>
          <p:cNvSpPr txBox="1">
            <a:spLocks noGrp="1"/>
          </p:cNvSpPr>
          <p:nvPr>
            <p:ph type="body" idx="13"/>
          </p:nvPr>
        </p:nvSpPr>
        <p:spPr>
          <a:xfrm>
            <a:off x="4899484" y="4692877"/>
            <a:ext cx="1807600" cy="33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1pPr>
            <a:lvl2pPr marL="1219170" lvl="1" indent="-47412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2pPr>
            <a:lvl3pPr marL="1828754" lvl="2" indent="-47412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3pPr>
            <a:lvl4pPr marL="2438339" lvl="3" indent="-47412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4pPr>
            <a:lvl5pPr marL="3047924" lvl="4" indent="-47412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5pPr>
            <a:lvl6pPr marL="3657509" lvl="5" indent="-47412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/>
            </a:lvl6pPr>
            <a:lvl7pPr marL="4267093" lvl="6" indent="-47412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/>
            </a:lvl7pPr>
            <a:lvl8pPr marL="4876678" lvl="7" indent="-47412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/>
            </a:lvl8pPr>
            <a:lvl9pPr marL="5486263" lvl="8" indent="-474121" algn="l">
              <a:lnSpc>
                <a:spcPct val="100000"/>
              </a:lnSpc>
              <a:spcBef>
                <a:spcPts val="1067"/>
              </a:spcBef>
              <a:spcAft>
                <a:spcPts val="1067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2217" name="Google Shape;2217;p79"/>
          <p:cNvSpPr txBox="1">
            <a:spLocks noGrp="1"/>
          </p:cNvSpPr>
          <p:nvPr>
            <p:ph type="body" idx="14"/>
          </p:nvPr>
        </p:nvSpPr>
        <p:spPr>
          <a:xfrm>
            <a:off x="4899484" y="5179433"/>
            <a:ext cx="1807600" cy="1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37252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1pPr>
            <a:lvl2pPr marL="1219170" lvl="1" indent="-372524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800"/>
              <a:buChar char="○"/>
              <a:defRPr sz="1067"/>
            </a:lvl2pPr>
            <a:lvl3pPr marL="1828754" lvl="2" indent="-372524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800"/>
              <a:buChar char="■"/>
              <a:defRPr sz="1067"/>
            </a:lvl3pPr>
            <a:lvl4pPr marL="2438339" lvl="3" indent="-372524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800"/>
              <a:buChar char="●"/>
              <a:defRPr sz="1067"/>
            </a:lvl4pPr>
            <a:lvl5pPr marL="3047924" lvl="4" indent="-372524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800"/>
              <a:buChar char="○"/>
              <a:defRPr sz="1067"/>
            </a:lvl5pPr>
            <a:lvl6pPr marL="3657509" lvl="5" indent="-372524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800"/>
              <a:buChar char="■"/>
              <a:defRPr sz="1067"/>
            </a:lvl6pPr>
            <a:lvl7pPr marL="4267093" lvl="6" indent="-372524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800"/>
              <a:buChar char="●"/>
              <a:defRPr sz="1067"/>
            </a:lvl7pPr>
            <a:lvl8pPr marL="4876678" lvl="7" indent="-372524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800"/>
              <a:buChar char="○"/>
              <a:defRPr sz="1067"/>
            </a:lvl8pPr>
            <a:lvl9pPr marL="5486263" lvl="8" indent="-372524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800"/>
              <a:buChar char="■"/>
              <a:defRPr sz="1067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7715902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for facts or numbers">
  <p:cSld name="23: Title, text, photo background, for facts or numbers">
    <p:spTree>
      <p:nvGrpSpPr>
        <p:cNvPr id="1" name="Shape 2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9" name="Google Shape;2219;p80"/>
          <p:cNvSpPr>
            <a:spLocks noGrp="1"/>
          </p:cNvSpPr>
          <p:nvPr>
            <p:ph type="pic" idx="2"/>
          </p:nvPr>
        </p:nvSpPr>
        <p:spPr>
          <a:xfrm>
            <a:off x="24600" y="-12300"/>
            <a:ext cx="12192000" cy="6858000"/>
          </a:xfrm>
          <a:prstGeom prst="rect">
            <a:avLst/>
          </a:prstGeom>
          <a:noFill/>
          <a:ln>
            <a:noFill/>
          </a:ln>
        </p:spPr>
      </p:sp>
      <p:sp>
        <p:nvSpPr>
          <p:cNvPr id="2220" name="Google Shape;2220;p80"/>
          <p:cNvSpPr txBox="1">
            <a:spLocks noGrp="1"/>
          </p:cNvSpPr>
          <p:nvPr>
            <p:ph type="title"/>
          </p:nvPr>
        </p:nvSpPr>
        <p:spPr>
          <a:xfrm>
            <a:off x="0" y="-12300"/>
            <a:ext cx="12029600" cy="6870400"/>
          </a:xfrm>
          <a:prstGeom prst="rect">
            <a:avLst/>
          </a:prstGeom>
          <a:solidFill>
            <a:srgbClr val="191919">
              <a:alpha val="74117"/>
            </a:srgbClr>
          </a:solidFill>
          <a:ln>
            <a:noFill/>
          </a:ln>
        </p:spPr>
        <p:txBody>
          <a:bodyPr spcFirstLastPara="1" wrap="square" lIns="411475" tIns="320025" rIns="91425" bIns="18287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21" name="Google Shape;2221;p80"/>
          <p:cNvSpPr txBox="1">
            <a:spLocks noGrp="1"/>
          </p:cNvSpPr>
          <p:nvPr>
            <p:ph type="body" idx="1"/>
          </p:nvPr>
        </p:nvSpPr>
        <p:spPr>
          <a:xfrm>
            <a:off x="560833" y="1980700"/>
            <a:ext cx="4884000" cy="89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60958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4800" b="1">
                <a:solidFill>
                  <a:schemeClr val="accent1"/>
                </a:solidFill>
              </a:defRPr>
            </a:lvl1pPr>
            <a:lvl2pPr marL="1219170" lvl="1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4800" b="1">
                <a:solidFill>
                  <a:schemeClr val="accent1"/>
                </a:solidFill>
              </a:defRPr>
            </a:lvl2pPr>
            <a:lvl3pPr marL="1828754" lvl="2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4800" b="1">
                <a:solidFill>
                  <a:schemeClr val="accent1"/>
                </a:solidFill>
              </a:defRPr>
            </a:lvl3pPr>
            <a:lvl4pPr marL="2438339" lvl="3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4800" b="1">
                <a:solidFill>
                  <a:schemeClr val="accent1"/>
                </a:solidFill>
              </a:defRPr>
            </a:lvl4pPr>
            <a:lvl5pPr marL="3047924" lvl="4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4800" b="1">
                <a:solidFill>
                  <a:schemeClr val="accent1"/>
                </a:solidFill>
              </a:defRPr>
            </a:lvl5pPr>
            <a:lvl6pPr marL="3657509" lvl="5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4800" b="1">
                <a:solidFill>
                  <a:schemeClr val="accent1"/>
                </a:solidFill>
              </a:defRPr>
            </a:lvl6pPr>
            <a:lvl7pPr marL="4267093" lvl="6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4800" b="1">
                <a:solidFill>
                  <a:schemeClr val="accent1"/>
                </a:solidFill>
              </a:defRPr>
            </a:lvl7pPr>
            <a:lvl8pPr marL="4876678" lvl="7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4800" b="1">
                <a:solidFill>
                  <a:schemeClr val="accent1"/>
                </a:solidFill>
              </a:defRPr>
            </a:lvl8pPr>
            <a:lvl9pPr marL="5486263" lvl="8" indent="-609585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accent1"/>
              </a:buClr>
              <a:buSzPts val="3600"/>
              <a:buChar char="■"/>
              <a:defRPr sz="48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2222" name="Google Shape;2222;p80"/>
          <p:cNvSpPr txBox="1">
            <a:spLocks noGrp="1"/>
          </p:cNvSpPr>
          <p:nvPr>
            <p:ph type="body" idx="3"/>
          </p:nvPr>
        </p:nvSpPr>
        <p:spPr>
          <a:xfrm>
            <a:off x="560833" y="2980000"/>
            <a:ext cx="4884000" cy="44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223" name="Google Shape;2223;p80"/>
          <p:cNvSpPr txBox="1">
            <a:spLocks noGrp="1"/>
          </p:cNvSpPr>
          <p:nvPr>
            <p:ph type="body" idx="4"/>
          </p:nvPr>
        </p:nvSpPr>
        <p:spPr>
          <a:xfrm>
            <a:off x="560833" y="4124167"/>
            <a:ext cx="4884000" cy="89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60958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4800" b="1">
                <a:solidFill>
                  <a:schemeClr val="accent1"/>
                </a:solidFill>
              </a:defRPr>
            </a:lvl1pPr>
            <a:lvl2pPr marL="1219170" lvl="1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4800" b="1">
                <a:solidFill>
                  <a:schemeClr val="accent1"/>
                </a:solidFill>
              </a:defRPr>
            </a:lvl2pPr>
            <a:lvl3pPr marL="1828754" lvl="2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4800" b="1">
                <a:solidFill>
                  <a:schemeClr val="accent1"/>
                </a:solidFill>
              </a:defRPr>
            </a:lvl3pPr>
            <a:lvl4pPr marL="2438339" lvl="3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4800" b="1">
                <a:solidFill>
                  <a:schemeClr val="accent1"/>
                </a:solidFill>
              </a:defRPr>
            </a:lvl4pPr>
            <a:lvl5pPr marL="3047924" lvl="4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4800" b="1">
                <a:solidFill>
                  <a:schemeClr val="accent1"/>
                </a:solidFill>
              </a:defRPr>
            </a:lvl5pPr>
            <a:lvl6pPr marL="3657509" lvl="5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4800" b="1">
                <a:solidFill>
                  <a:schemeClr val="accent1"/>
                </a:solidFill>
              </a:defRPr>
            </a:lvl6pPr>
            <a:lvl7pPr marL="4267093" lvl="6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4800" b="1">
                <a:solidFill>
                  <a:schemeClr val="accent1"/>
                </a:solidFill>
              </a:defRPr>
            </a:lvl7pPr>
            <a:lvl8pPr marL="4876678" lvl="7" indent="-60958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4800" b="1">
                <a:solidFill>
                  <a:schemeClr val="accent1"/>
                </a:solidFill>
              </a:defRPr>
            </a:lvl8pPr>
            <a:lvl9pPr marL="5486263" lvl="8" indent="-609585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accent1"/>
              </a:buClr>
              <a:buSzPts val="3600"/>
              <a:buChar char="■"/>
              <a:defRPr sz="48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2224" name="Google Shape;2224;p80"/>
          <p:cNvSpPr txBox="1">
            <a:spLocks noGrp="1"/>
          </p:cNvSpPr>
          <p:nvPr>
            <p:ph type="body" idx="5"/>
          </p:nvPr>
        </p:nvSpPr>
        <p:spPr>
          <a:xfrm>
            <a:off x="560833" y="5123467"/>
            <a:ext cx="4884000" cy="44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69227785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23: Title, text, with subtitle, photos, 4 column">
    <p:spTree>
      <p:nvGrpSpPr>
        <p:cNvPr id="1" name="Shape 2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6" name="Google Shape;2226;p81"/>
          <p:cNvSpPr>
            <a:spLocks noGrp="1"/>
          </p:cNvSpPr>
          <p:nvPr>
            <p:ph type="pic" idx="2"/>
          </p:nvPr>
        </p:nvSpPr>
        <p:spPr>
          <a:xfrm>
            <a:off x="566536" y="1775435"/>
            <a:ext cx="2115600" cy="2115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27" name="Google Shape;2227;p81"/>
          <p:cNvSpPr txBox="1">
            <a:spLocks noGrp="1"/>
          </p:cNvSpPr>
          <p:nvPr>
            <p:ph type="title"/>
          </p:nvPr>
        </p:nvSpPr>
        <p:spPr>
          <a:xfrm>
            <a:off x="566567" y="421200"/>
            <a:ext cx="111640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28" name="Google Shape;2228;p81"/>
          <p:cNvSpPr txBox="1">
            <a:spLocks noGrp="1"/>
          </p:cNvSpPr>
          <p:nvPr>
            <p:ph type="subTitle" idx="1"/>
          </p:nvPr>
        </p:nvSpPr>
        <p:spPr>
          <a:xfrm>
            <a:off x="570600" y="1008004"/>
            <a:ext cx="11164000" cy="295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90000"/>
              </a:lnSpc>
              <a:spcBef>
                <a:spcPts val="1067"/>
              </a:spcBef>
              <a:spcAft>
                <a:spcPts val="1067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29" name="Google Shape;2229;p81"/>
          <p:cNvSpPr txBox="1">
            <a:spLocks noGrp="1"/>
          </p:cNvSpPr>
          <p:nvPr>
            <p:ph type="body" idx="3"/>
          </p:nvPr>
        </p:nvSpPr>
        <p:spPr>
          <a:xfrm>
            <a:off x="564367" y="4170633"/>
            <a:ext cx="2374800" cy="226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7412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1219170" marR="0" lvl="1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828754" marR="0" lvl="2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2438339" marR="0" lvl="3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3047924" marR="0" lvl="4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3657509" marR="0" lvl="5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4267093" marR="0" lvl="6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4876678" marR="0" lvl="7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5486263" marR="0" lvl="8" indent="-474121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30" name="Google Shape;2230;p81"/>
          <p:cNvSpPr txBox="1">
            <a:spLocks noGrp="1"/>
          </p:cNvSpPr>
          <p:nvPr>
            <p:ph type="body" idx="4"/>
          </p:nvPr>
        </p:nvSpPr>
        <p:spPr>
          <a:xfrm>
            <a:off x="3533403" y="4170633"/>
            <a:ext cx="2374800" cy="226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7412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1219170" marR="0" lvl="1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828754" marR="0" lvl="2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2438339" marR="0" lvl="3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3047924" marR="0" lvl="4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3657509" marR="0" lvl="5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4267093" marR="0" lvl="6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4876678" marR="0" lvl="7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5486263" marR="0" lvl="8" indent="-474121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31" name="Google Shape;2231;p81"/>
          <p:cNvSpPr txBox="1">
            <a:spLocks noGrp="1"/>
          </p:cNvSpPr>
          <p:nvPr>
            <p:ph type="body" idx="5"/>
          </p:nvPr>
        </p:nvSpPr>
        <p:spPr>
          <a:xfrm>
            <a:off x="6395220" y="4170633"/>
            <a:ext cx="2374800" cy="226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7412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1219170" marR="0" lvl="1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828754" marR="0" lvl="2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2438339" marR="0" lvl="3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3047924" marR="0" lvl="4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3657509" marR="0" lvl="5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4267093" marR="0" lvl="6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4876678" marR="0" lvl="7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5486263" marR="0" lvl="8" indent="-474121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32" name="Google Shape;2232;p81"/>
          <p:cNvSpPr txBox="1">
            <a:spLocks noGrp="1"/>
          </p:cNvSpPr>
          <p:nvPr>
            <p:ph type="body" idx="6"/>
          </p:nvPr>
        </p:nvSpPr>
        <p:spPr>
          <a:xfrm>
            <a:off x="9353697" y="4170633"/>
            <a:ext cx="2374800" cy="226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7412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1219170" marR="0" lvl="1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828754" marR="0" lvl="2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2438339" marR="0" lvl="3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3047924" marR="0" lvl="4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3657509" marR="0" lvl="5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4267093" marR="0" lvl="6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4876678" marR="0" lvl="7" indent="-474121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5486263" marR="0" lvl="8" indent="-474121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33" name="Google Shape;2233;p81"/>
          <p:cNvSpPr>
            <a:spLocks noGrp="1"/>
          </p:cNvSpPr>
          <p:nvPr>
            <p:ph type="pic" idx="7"/>
          </p:nvPr>
        </p:nvSpPr>
        <p:spPr>
          <a:xfrm>
            <a:off x="3352803" y="1775435"/>
            <a:ext cx="2115600" cy="2115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34" name="Google Shape;2234;p81"/>
          <p:cNvSpPr>
            <a:spLocks noGrp="1"/>
          </p:cNvSpPr>
          <p:nvPr>
            <p:ph type="pic" idx="8"/>
          </p:nvPr>
        </p:nvSpPr>
        <p:spPr>
          <a:xfrm>
            <a:off x="6395236" y="1775435"/>
            <a:ext cx="2115600" cy="2115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35" name="Google Shape;2235;p81"/>
          <p:cNvSpPr>
            <a:spLocks noGrp="1"/>
          </p:cNvSpPr>
          <p:nvPr>
            <p:ph type="pic" idx="9"/>
          </p:nvPr>
        </p:nvSpPr>
        <p:spPr>
          <a:xfrm>
            <a:off x="9353703" y="1775435"/>
            <a:ext cx="2115600" cy="2115600"/>
          </a:xfrm>
          <a:prstGeom prst="ellipse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18456474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">
  <p:cSld name="23: Title, text, photos, 4 column">
    <p:spTree>
      <p:nvGrpSpPr>
        <p:cNvPr id="1" name="Shape 2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7" name="Google Shape;2237;p82"/>
          <p:cNvSpPr txBox="1">
            <a:spLocks noGrp="1"/>
          </p:cNvSpPr>
          <p:nvPr>
            <p:ph type="body" idx="1"/>
          </p:nvPr>
        </p:nvSpPr>
        <p:spPr>
          <a:xfrm>
            <a:off x="1117169" y="1332617"/>
            <a:ext cx="5938800" cy="72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38" name="Google Shape;2238;p82"/>
          <p:cNvSpPr>
            <a:spLocks noGrp="1"/>
          </p:cNvSpPr>
          <p:nvPr>
            <p:ph type="pic" idx="2"/>
          </p:nvPr>
        </p:nvSpPr>
        <p:spPr>
          <a:xfrm>
            <a:off x="1129112" y="2394451"/>
            <a:ext cx="1691200" cy="16912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239" name="Google Shape;2239;p82"/>
          <p:cNvSpPr>
            <a:spLocks noGrp="1"/>
          </p:cNvSpPr>
          <p:nvPr>
            <p:ph type="pic" idx="3"/>
          </p:nvPr>
        </p:nvSpPr>
        <p:spPr>
          <a:xfrm>
            <a:off x="3988229" y="2394451"/>
            <a:ext cx="1691200" cy="16912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240" name="Google Shape;2240;p82"/>
          <p:cNvSpPr>
            <a:spLocks noGrp="1"/>
          </p:cNvSpPr>
          <p:nvPr>
            <p:ph type="pic" idx="4"/>
          </p:nvPr>
        </p:nvSpPr>
        <p:spPr>
          <a:xfrm>
            <a:off x="6847348" y="2394451"/>
            <a:ext cx="1691200" cy="16912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241" name="Google Shape;2241;p82"/>
          <p:cNvSpPr>
            <a:spLocks noGrp="1"/>
          </p:cNvSpPr>
          <p:nvPr>
            <p:ph type="pic" idx="5"/>
          </p:nvPr>
        </p:nvSpPr>
        <p:spPr>
          <a:xfrm>
            <a:off x="9706467" y="2394451"/>
            <a:ext cx="1691200" cy="16912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242" name="Google Shape;2242;p82"/>
          <p:cNvSpPr txBox="1"/>
          <p:nvPr/>
        </p:nvSpPr>
        <p:spPr>
          <a:xfrm>
            <a:off x="0" y="0"/>
            <a:ext cx="12192000" cy="421200"/>
          </a:xfrm>
          <a:prstGeom prst="rect">
            <a:avLst/>
          </a:pr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33" tIns="45700" rIns="91433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3" name="Google Shape;2243;p82"/>
          <p:cNvSpPr txBox="1">
            <a:spLocks noGrp="1"/>
          </p:cNvSpPr>
          <p:nvPr>
            <p:ph type="body" idx="6"/>
          </p:nvPr>
        </p:nvSpPr>
        <p:spPr>
          <a:xfrm>
            <a:off x="1129123" y="4347807"/>
            <a:ext cx="2082800" cy="208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44" name="Google Shape;2244;p82"/>
          <p:cNvSpPr txBox="1">
            <a:spLocks noGrp="1"/>
          </p:cNvSpPr>
          <p:nvPr>
            <p:ph type="title"/>
          </p:nvPr>
        </p:nvSpPr>
        <p:spPr>
          <a:xfrm>
            <a:off x="1121667" y="820533"/>
            <a:ext cx="10619200" cy="4431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245" name="Google Shape;2245;p82"/>
          <p:cNvSpPr txBox="1">
            <a:spLocks noGrp="1"/>
          </p:cNvSpPr>
          <p:nvPr>
            <p:ph type="body" idx="7"/>
          </p:nvPr>
        </p:nvSpPr>
        <p:spPr>
          <a:xfrm>
            <a:off x="3988229" y="4347807"/>
            <a:ext cx="2082800" cy="208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46" name="Google Shape;2246;p82"/>
          <p:cNvSpPr txBox="1">
            <a:spLocks noGrp="1"/>
          </p:cNvSpPr>
          <p:nvPr>
            <p:ph type="body" idx="8"/>
          </p:nvPr>
        </p:nvSpPr>
        <p:spPr>
          <a:xfrm>
            <a:off x="6847348" y="4347807"/>
            <a:ext cx="2082800" cy="208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47" name="Google Shape;2247;p82"/>
          <p:cNvSpPr txBox="1">
            <a:spLocks noGrp="1"/>
          </p:cNvSpPr>
          <p:nvPr>
            <p:ph type="body" idx="9"/>
          </p:nvPr>
        </p:nvSpPr>
        <p:spPr>
          <a:xfrm>
            <a:off x="9706435" y="4347807"/>
            <a:ext cx="2082800" cy="208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686157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23: Title, text, photos, 3 column">
    <p:spTree>
      <p:nvGrpSpPr>
        <p:cNvPr id="1" name="Shape 2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9" name="Google Shape;2249;p83"/>
          <p:cNvSpPr txBox="1">
            <a:spLocks noGrp="1"/>
          </p:cNvSpPr>
          <p:nvPr>
            <p:ph type="title"/>
          </p:nvPr>
        </p:nvSpPr>
        <p:spPr>
          <a:xfrm>
            <a:off x="559667" y="420433"/>
            <a:ext cx="5475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50" name="Google Shape;2250;p83"/>
          <p:cNvSpPr>
            <a:spLocks noGrp="1"/>
          </p:cNvSpPr>
          <p:nvPr>
            <p:ph type="pic" idx="2"/>
          </p:nvPr>
        </p:nvSpPr>
        <p:spPr>
          <a:xfrm>
            <a:off x="3352800" y="2484425"/>
            <a:ext cx="1828800" cy="18288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51" name="Google Shape;2251;p83"/>
          <p:cNvSpPr>
            <a:spLocks noGrp="1"/>
          </p:cNvSpPr>
          <p:nvPr>
            <p:ph type="pic" idx="3"/>
          </p:nvPr>
        </p:nvSpPr>
        <p:spPr>
          <a:xfrm>
            <a:off x="6160700" y="2484425"/>
            <a:ext cx="1828800" cy="18288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52" name="Google Shape;2252;p83"/>
          <p:cNvSpPr>
            <a:spLocks noGrp="1"/>
          </p:cNvSpPr>
          <p:nvPr>
            <p:ph type="pic" idx="4"/>
          </p:nvPr>
        </p:nvSpPr>
        <p:spPr>
          <a:xfrm>
            <a:off x="8968600" y="2484425"/>
            <a:ext cx="1828800" cy="18288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53" name="Google Shape;2253;p83"/>
          <p:cNvSpPr txBox="1">
            <a:spLocks noGrp="1"/>
          </p:cNvSpPr>
          <p:nvPr>
            <p:ph type="body" idx="1"/>
          </p:nvPr>
        </p:nvSpPr>
        <p:spPr>
          <a:xfrm>
            <a:off x="3352800" y="4565141"/>
            <a:ext cx="1828800" cy="187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>
                <a:highlight>
                  <a:schemeClr val="accent1"/>
                </a:highlight>
              </a:defRPr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54" name="Google Shape;2254;p83"/>
          <p:cNvSpPr txBox="1">
            <a:spLocks noGrp="1"/>
          </p:cNvSpPr>
          <p:nvPr>
            <p:ph type="body" idx="5"/>
          </p:nvPr>
        </p:nvSpPr>
        <p:spPr>
          <a:xfrm>
            <a:off x="6160700" y="4565141"/>
            <a:ext cx="1828800" cy="187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>
                <a:highlight>
                  <a:schemeClr val="accent1"/>
                </a:highlight>
              </a:defRPr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55" name="Google Shape;2255;p83"/>
          <p:cNvSpPr txBox="1">
            <a:spLocks noGrp="1"/>
          </p:cNvSpPr>
          <p:nvPr>
            <p:ph type="body" idx="6"/>
          </p:nvPr>
        </p:nvSpPr>
        <p:spPr>
          <a:xfrm>
            <a:off x="8968600" y="4565141"/>
            <a:ext cx="1828800" cy="187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>
                <a:highlight>
                  <a:schemeClr val="accent1"/>
                </a:highlight>
              </a:defRPr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72109500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 1">
  <p:cSld name="23: Title, text, photos, 4 column 1">
    <p:spTree>
      <p:nvGrpSpPr>
        <p:cNvPr id="1" name="Shape 2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7" name="Google Shape;2257;p84"/>
          <p:cNvSpPr txBox="1">
            <a:spLocks noGrp="1"/>
          </p:cNvSpPr>
          <p:nvPr>
            <p:ph type="title"/>
          </p:nvPr>
        </p:nvSpPr>
        <p:spPr>
          <a:xfrm>
            <a:off x="559667" y="420433"/>
            <a:ext cx="55364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58" name="Google Shape;2258;p84"/>
          <p:cNvSpPr>
            <a:spLocks noGrp="1"/>
          </p:cNvSpPr>
          <p:nvPr>
            <p:ph type="pic" idx="2"/>
          </p:nvPr>
        </p:nvSpPr>
        <p:spPr>
          <a:xfrm>
            <a:off x="559667" y="2512209"/>
            <a:ext cx="1828800" cy="18288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59" name="Google Shape;2259;p84"/>
          <p:cNvSpPr>
            <a:spLocks noGrp="1"/>
          </p:cNvSpPr>
          <p:nvPr>
            <p:ph type="pic" idx="3"/>
          </p:nvPr>
        </p:nvSpPr>
        <p:spPr>
          <a:xfrm>
            <a:off x="3352800" y="2512209"/>
            <a:ext cx="1828800" cy="18288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60" name="Google Shape;2260;p84"/>
          <p:cNvSpPr>
            <a:spLocks noGrp="1"/>
          </p:cNvSpPr>
          <p:nvPr>
            <p:ph type="pic" idx="4"/>
          </p:nvPr>
        </p:nvSpPr>
        <p:spPr>
          <a:xfrm>
            <a:off x="6160700" y="2512209"/>
            <a:ext cx="1828800" cy="18288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61" name="Google Shape;2261;p84"/>
          <p:cNvSpPr>
            <a:spLocks noGrp="1"/>
          </p:cNvSpPr>
          <p:nvPr>
            <p:ph type="pic" idx="5"/>
          </p:nvPr>
        </p:nvSpPr>
        <p:spPr>
          <a:xfrm>
            <a:off x="8968600" y="2512209"/>
            <a:ext cx="1828800" cy="18288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62" name="Google Shape;2262;p84"/>
          <p:cNvSpPr txBox="1">
            <a:spLocks noGrp="1"/>
          </p:cNvSpPr>
          <p:nvPr>
            <p:ph type="body" idx="1"/>
          </p:nvPr>
        </p:nvSpPr>
        <p:spPr>
          <a:xfrm>
            <a:off x="560833" y="4605233"/>
            <a:ext cx="1828800" cy="18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>
                <a:highlight>
                  <a:schemeClr val="accent1"/>
                </a:highlight>
              </a:defRPr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63" name="Google Shape;2263;p84"/>
          <p:cNvSpPr txBox="1">
            <a:spLocks noGrp="1"/>
          </p:cNvSpPr>
          <p:nvPr>
            <p:ph type="body" idx="6"/>
          </p:nvPr>
        </p:nvSpPr>
        <p:spPr>
          <a:xfrm>
            <a:off x="3368733" y="4605233"/>
            <a:ext cx="1828800" cy="18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>
                <a:highlight>
                  <a:schemeClr val="accent1"/>
                </a:highlight>
              </a:defRPr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64" name="Google Shape;2264;p84"/>
          <p:cNvSpPr txBox="1">
            <a:spLocks noGrp="1"/>
          </p:cNvSpPr>
          <p:nvPr>
            <p:ph type="body" idx="7"/>
          </p:nvPr>
        </p:nvSpPr>
        <p:spPr>
          <a:xfrm>
            <a:off x="6156967" y="4605233"/>
            <a:ext cx="1828800" cy="18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>
                <a:highlight>
                  <a:schemeClr val="accent1"/>
                </a:highlight>
              </a:defRPr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65" name="Google Shape;2265;p84"/>
          <p:cNvSpPr txBox="1">
            <a:spLocks noGrp="1"/>
          </p:cNvSpPr>
          <p:nvPr>
            <p:ph type="body" idx="8"/>
          </p:nvPr>
        </p:nvSpPr>
        <p:spPr>
          <a:xfrm>
            <a:off x="8964867" y="4605233"/>
            <a:ext cx="1828800" cy="18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>
                <a:highlight>
                  <a:schemeClr val="accent1"/>
                </a:highlight>
              </a:defRPr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53799068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1_23: Title, text, photos, 3 column">
    <p:spTree>
      <p:nvGrpSpPr>
        <p:cNvPr id="1" name="Shape 2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7" name="Google Shape;2267;p85"/>
          <p:cNvSpPr txBox="1">
            <a:spLocks noGrp="1"/>
          </p:cNvSpPr>
          <p:nvPr>
            <p:ph type="title"/>
          </p:nvPr>
        </p:nvSpPr>
        <p:spPr>
          <a:xfrm>
            <a:off x="559667" y="420433"/>
            <a:ext cx="3225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68" name="Google Shape;2268;p85"/>
          <p:cNvSpPr>
            <a:spLocks noGrp="1"/>
          </p:cNvSpPr>
          <p:nvPr>
            <p:ph type="pic" idx="2"/>
          </p:nvPr>
        </p:nvSpPr>
        <p:spPr>
          <a:xfrm>
            <a:off x="4474467" y="1184103"/>
            <a:ext cx="3502800" cy="4004400"/>
          </a:xfrm>
          <a:prstGeom prst="rect">
            <a:avLst/>
          </a:prstGeom>
          <a:noFill/>
          <a:ln>
            <a:noFill/>
          </a:ln>
        </p:spPr>
      </p:sp>
      <p:sp>
        <p:nvSpPr>
          <p:cNvPr id="2269" name="Google Shape;2269;p85"/>
          <p:cNvSpPr>
            <a:spLocks noGrp="1"/>
          </p:cNvSpPr>
          <p:nvPr>
            <p:ph type="pic" idx="3"/>
          </p:nvPr>
        </p:nvSpPr>
        <p:spPr>
          <a:xfrm>
            <a:off x="8238233" y="1184032"/>
            <a:ext cx="3502800" cy="4004400"/>
          </a:xfrm>
          <a:prstGeom prst="rect">
            <a:avLst/>
          </a:prstGeom>
          <a:noFill/>
          <a:ln>
            <a:noFill/>
          </a:ln>
        </p:spPr>
      </p:sp>
      <p:sp>
        <p:nvSpPr>
          <p:cNvPr id="2270" name="Google Shape;2270;p85"/>
          <p:cNvSpPr txBox="1">
            <a:spLocks noGrp="1"/>
          </p:cNvSpPr>
          <p:nvPr>
            <p:ph type="body" idx="1"/>
          </p:nvPr>
        </p:nvSpPr>
        <p:spPr>
          <a:xfrm>
            <a:off x="4474400" y="5400900"/>
            <a:ext cx="3502800" cy="103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/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 b="1"/>
            </a:lvl9pPr>
          </a:lstStyle>
          <a:p>
            <a:endParaRPr/>
          </a:p>
        </p:txBody>
      </p:sp>
      <p:sp>
        <p:nvSpPr>
          <p:cNvPr id="2271" name="Google Shape;2271;p85"/>
          <p:cNvSpPr txBox="1">
            <a:spLocks noGrp="1"/>
          </p:cNvSpPr>
          <p:nvPr>
            <p:ph type="body" idx="4"/>
          </p:nvPr>
        </p:nvSpPr>
        <p:spPr>
          <a:xfrm>
            <a:off x="8277877" y="5400900"/>
            <a:ext cx="3463200" cy="103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/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2815754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1_23: Title, text, with subtitle, photos, 4 column">
    <p:spTree>
      <p:nvGrpSpPr>
        <p:cNvPr id="1" name="Shape 2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" name="Google Shape;2273;p86"/>
          <p:cNvSpPr txBox="1">
            <a:spLocks noGrp="1"/>
          </p:cNvSpPr>
          <p:nvPr>
            <p:ph type="title"/>
          </p:nvPr>
        </p:nvSpPr>
        <p:spPr>
          <a:xfrm>
            <a:off x="559667" y="420433"/>
            <a:ext cx="3225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74" name="Google Shape;2274;p86"/>
          <p:cNvSpPr>
            <a:spLocks noGrp="1"/>
          </p:cNvSpPr>
          <p:nvPr>
            <p:ph type="pic" idx="2"/>
          </p:nvPr>
        </p:nvSpPr>
        <p:spPr>
          <a:xfrm>
            <a:off x="4474467" y="1187201"/>
            <a:ext cx="2307600" cy="3141200"/>
          </a:xfrm>
          <a:prstGeom prst="rect">
            <a:avLst/>
          </a:prstGeom>
          <a:noFill/>
          <a:ln>
            <a:noFill/>
          </a:ln>
        </p:spPr>
      </p:sp>
      <p:sp>
        <p:nvSpPr>
          <p:cNvPr id="2275" name="Google Shape;2275;p86"/>
          <p:cNvSpPr>
            <a:spLocks noGrp="1"/>
          </p:cNvSpPr>
          <p:nvPr>
            <p:ph type="pic" idx="3"/>
          </p:nvPr>
        </p:nvSpPr>
        <p:spPr>
          <a:xfrm>
            <a:off x="6953940" y="1187147"/>
            <a:ext cx="2307600" cy="3141200"/>
          </a:xfrm>
          <a:prstGeom prst="rect">
            <a:avLst/>
          </a:prstGeom>
          <a:noFill/>
          <a:ln>
            <a:noFill/>
          </a:ln>
        </p:spPr>
      </p:sp>
      <p:sp>
        <p:nvSpPr>
          <p:cNvPr id="2276" name="Google Shape;2276;p86"/>
          <p:cNvSpPr>
            <a:spLocks noGrp="1"/>
          </p:cNvSpPr>
          <p:nvPr>
            <p:ph type="pic" idx="4"/>
          </p:nvPr>
        </p:nvSpPr>
        <p:spPr>
          <a:xfrm>
            <a:off x="9433431" y="1187183"/>
            <a:ext cx="2307600" cy="3141200"/>
          </a:xfrm>
          <a:prstGeom prst="rect">
            <a:avLst/>
          </a:prstGeom>
          <a:noFill/>
          <a:ln>
            <a:noFill/>
          </a:ln>
        </p:spPr>
      </p:sp>
      <p:sp>
        <p:nvSpPr>
          <p:cNvPr id="2277" name="Google Shape;2277;p86"/>
          <p:cNvSpPr txBox="1">
            <a:spLocks noGrp="1"/>
          </p:cNvSpPr>
          <p:nvPr>
            <p:ph type="body" idx="1"/>
          </p:nvPr>
        </p:nvSpPr>
        <p:spPr>
          <a:xfrm>
            <a:off x="4474400" y="4651236"/>
            <a:ext cx="2307600" cy="17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/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 b="1"/>
            </a:lvl9pPr>
          </a:lstStyle>
          <a:p>
            <a:endParaRPr/>
          </a:p>
        </p:txBody>
      </p:sp>
      <p:sp>
        <p:nvSpPr>
          <p:cNvPr id="2278" name="Google Shape;2278;p86"/>
          <p:cNvSpPr txBox="1">
            <a:spLocks noGrp="1"/>
          </p:cNvSpPr>
          <p:nvPr>
            <p:ph type="body" idx="5"/>
          </p:nvPr>
        </p:nvSpPr>
        <p:spPr>
          <a:xfrm>
            <a:off x="7008767" y="4651236"/>
            <a:ext cx="2307600" cy="17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/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 b="1"/>
            </a:lvl9pPr>
          </a:lstStyle>
          <a:p>
            <a:endParaRPr/>
          </a:p>
        </p:txBody>
      </p:sp>
      <p:sp>
        <p:nvSpPr>
          <p:cNvPr id="2279" name="Google Shape;2279;p86"/>
          <p:cNvSpPr txBox="1">
            <a:spLocks noGrp="1"/>
          </p:cNvSpPr>
          <p:nvPr>
            <p:ph type="body" idx="6"/>
          </p:nvPr>
        </p:nvSpPr>
        <p:spPr>
          <a:xfrm>
            <a:off x="9465433" y="4651236"/>
            <a:ext cx="2307600" cy="17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/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 b="1"/>
            </a:lvl9pPr>
          </a:lstStyle>
          <a:p>
            <a:endParaRPr/>
          </a:p>
        </p:txBody>
      </p:sp>
      <p:sp>
        <p:nvSpPr>
          <p:cNvPr id="2280" name="Google Shape;2280;p86"/>
          <p:cNvSpPr txBox="1">
            <a:spLocks noGrp="1"/>
          </p:cNvSpPr>
          <p:nvPr>
            <p:ph type="subTitle" idx="7"/>
          </p:nvPr>
        </p:nvSpPr>
        <p:spPr>
          <a:xfrm>
            <a:off x="560833" y="1187200"/>
            <a:ext cx="3225200" cy="22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44237418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5 column">
  <p:cSld name="23: Title, text, with subtitle, photos, 5 column">
    <p:spTree>
      <p:nvGrpSpPr>
        <p:cNvPr id="1" name="Shape 2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2" name="Google Shape;2282;p87"/>
          <p:cNvSpPr txBox="1">
            <a:spLocks noGrp="1"/>
          </p:cNvSpPr>
          <p:nvPr>
            <p:ph type="title"/>
          </p:nvPr>
        </p:nvSpPr>
        <p:spPr>
          <a:xfrm>
            <a:off x="559667" y="420433"/>
            <a:ext cx="3225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83" name="Google Shape;2283;p87"/>
          <p:cNvSpPr>
            <a:spLocks noGrp="1"/>
          </p:cNvSpPr>
          <p:nvPr>
            <p:ph type="pic" idx="2"/>
          </p:nvPr>
        </p:nvSpPr>
        <p:spPr>
          <a:xfrm>
            <a:off x="4474467" y="1193913"/>
            <a:ext cx="1720400" cy="2222000"/>
          </a:xfrm>
          <a:prstGeom prst="rect">
            <a:avLst/>
          </a:prstGeom>
          <a:noFill/>
          <a:ln>
            <a:noFill/>
          </a:ln>
        </p:spPr>
      </p:sp>
      <p:sp>
        <p:nvSpPr>
          <p:cNvPr id="2284" name="Google Shape;2284;p87"/>
          <p:cNvSpPr>
            <a:spLocks noGrp="1"/>
          </p:cNvSpPr>
          <p:nvPr>
            <p:ph type="pic" idx="3"/>
          </p:nvPr>
        </p:nvSpPr>
        <p:spPr>
          <a:xfrm>
            <a:off x="6329501" y="1193913"/>
            <a:ext cx="1720400" cy="2222000"/>
          </a:xfrm>
          <a:prstGeom prst="rect">
            <a:avLst/>
          </a:prstGeom>
          <a:noFill/>
          <a:ln>
            <a:noFill/>
          </a:ln>
        </p:spPr>
      </p:sp>
      <p:sp>
        <p:nvSpPr>
          <p:cNvPr id="2285" name="Google Shape;2285;p87"/>
          <p:cNvSpPr>
            <a:spLocks noGrp="1"/>
          </p:cNvSpPr>
          <p:nvPr>
            <p:ph type="pic" idx="4"/>
          </p:nvPr>
        </p:nvSpPr>
        <p:spPr>
          <a:xfrm>
            <a:off x="8175069" y="1193913"/>
            <a:ext cx="1720400" cy="2222000"/>
          </a:xfrm>
          <a:prstGeom prst="rect">
            <a:avLst/>
          </a:prstGeom>
          <a:noFill/>
          <a:ln>
            <a:noFill/>
          </a:ln>
        </p:spPr>
      </p:sp>
      <p:sp>
        <p:nvSpPr>
          <p:cNvPr id="2286" name="Google Shape;2286;p87"/>
          <p:cNvSpPr>
            <a:spLocks noGrp="1"/>
          </p:cNvSpPr>
          <p:nvPr>
            <p:ph type="pic" idx="5"/>
          </p:nvPr>
        </p:nvSpPr>
        <p:spPr>
          <a:xfrm>
            <a:off x="10020639" y="1193913"/>
            <a:ext cx="1720400" cy="2222000"/>
          </a:xfrm>
          <a:prstGeom prst="rect">
            <a:avLst/>
          </a:prstGeom>
          <a:noFill/>
          <a:ln>
            <a:noFill/>
          </a:ln>
        </p:spPr>
      </p:sp>
      <p:sp>
        <p:nvSpPr>
          <p:cNvPr id="2287" name="Google Shape;2287;p87"/>
          <p:cNvSpPr txBox="1">
            <a:spLocks noGrp="1"/>
          </p:cNvSpPr>
          <p:nvPr>
            <p:ph type="subTitle" idx="1"/>
          </p:nvPr>
        </p:nvSpPr>
        <p:spPr>
          <a:xfrm>
            <a:off x="560833" y="1204067"/>
            <a:ext cx="3225200" cy="222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  <p:sp>
        <p:nvSpPr>
          <p:cNvPr id="2288" name="Google Shape;2288;p87"/>
          <p:cNvSpPr txBox="1">
            <a:spLocks noGrp="1"/>
          </p:cNvSpPr>
          <p:nvPr>
            <p:ph type="body" idx="6"/>
          </p:nvPr>
        </p:nvSpPr>
        <p:spPr>
          <a:xfrm>
            <a:off x="4474467" y="3682500"/>
            <a:ext cx="1704000" cy="27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/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 b="1"/>
            </a:lvl9pPr>
          </a:lstStyle>
          <a:p>
            <a:endParaRPr/>
          </a:p>
        </p:txBody>
      </p:sp>
      <p:sp>
        <p:nvSpPr>
          <p:cNvPr id="2289" name="Google Shape;2289;p87"/>
          <p:cNvSpPr txBox="1">
            <a:spLocks noGrp="1"/>
          </p:cNvSpPr>
          <p:nvPr>
            <p:ph type="body" idx="7"/>
          </p:nvPr>
        </p:nvSpPr>
        <p:spPr>
          <a:xfrm>
            <a:off x="6345905" y="3682500"/>
            <a:ext cx="1704000" cy="27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/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 b="1"/>
            </a:lvl9pPr>
          </a:lstStyle>
          <a:p>
            <a:endParaRPr/>
          </a:p>
        </p:txBody>
      </p:sp>
      <p:sp>
        <p:nvSpPr>
          <p:cNvPr id="2290" name="Google Shape;2290;p87"/>
          <p:cNvSpPr txBox="1">
            <a:spLocks noGrp="1"/>
          </p:cNvSpPr>
          <p:nvPr>
            <p:ph type="body" idx="8"/>
          </p:nvPr>
        </p:nvSpPr>
        <p:spPr>
          <a:xfrm>
            <a:off x="8175061" y="3682500"/>
            <a:ext cx="1704000" cy="27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/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 b="1"/>
            </a:lvl9pPr>
          </a:lstStyle>
          <a:p>
            <a:endParaRPr/>
          </a:p>
        </p:txBody>
      </p:sp>
      <p:sp>
        <p:nvSpPr>
          <p:cNvPr id="2291" name="Google Shape;2291;p87"/>
          <p:cNvSpPr txBox="1">
            <a:spLocks noGrp="1"/>
          </p:cNvSpPr>
          <p:nvPr>
            <p:ph type="body" idx="9"/>
          </p:nvPr>
        </p:nvSpPr>
        <p:spPr>
          <a:xfrm>
            <a:off x="10046500" y="3682500"/>
            <a:ext cx="1704000" cy="27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 b="1"/>
            </a:lvl1pPr>
            <a:lvl2pPr marL="1219170" lvl="1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2pPr>
            <a:lvl3pPr marL="1828754" lvl="2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3pPr>
            <a:lvl4pPr marL="2438339" lvl="3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4pPr>
            <a:lvl5pPr marL="3047924" lvl="4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5pPr>
            <a:lvl6pPr marL="3657509" lvl="5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 b="1"/>
            </a:lvl6pPr>
            <a:lvl7pPr marL="4267093" lvl="6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 b="1"/>
            </a:lvl7pPr>
            <a:lvl8pPr marL="4876678" lvl="7" indent="-406390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 b="1"/>
            </a:lvl8pPr>
            <a:lvl9pPr marL="5486263" lvl="8" indent="-406390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0639498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black">
  <p:cSld name="23: Title, text, with subtitle, room for icons, four column — black">
    <p:spTree>
      <p:nvGrpSpPr>
        <p:cNvPr id="1" name="Shape 2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" name="Google Shape;2293;p88"/>
          <p:cNvSpPr/>
          <p:nvPr/>
        </p:nvSpPr>
        <p:spPr>
          <a:xfrm>
            <a:off x="67" y="0"/>
            <a:ext cx="12192000" cy="2425600"/>
          </a:xfrm>
          <a:prstGeom prst="rect">
            <a:avLst/>
          </a:prstGeom>
          <a:solidFill>
            <a:srgbClr val="191919"/>
          </a:solidFill>
          <a:ln w="9525" cap="flat" cmpd="sng">
            <a:solidFill>
              <a:srgbClr val="19191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4" name="Google Shape;2294;p88"/>
          <p:cNvSpPr txBox="1">
            <a:spLocks noGrp="1"/>
          </p:cNvSpPr>
          <p:nvPr>
            <p:ph type="title"/>
          </p:nvPr>
        </p:nvSpPr>
        <p:spPr>
          <a:xfrm>
            <a:off x="566567" y="421200"/>
            <a:ext cx="111640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95" name="Google Shape;2295;p88"/>
          <p:cNvSpPr txBox="1">
            <a:spLocks noGrp="1"/>
          </p:cNvSpPr>
          <p:nvPr>
            <p:ph type="subTitle" idx="1"/>
          </p:nvPr>
        </p:nvSpPr>
        <p:spPr>
          <a:xfrm>
            <a:off x="570600" y="1008004"/>
            <a:ext cx="11164000" cy="295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90000"/>
              </a:lnSpc>
              <a:spcBef>
                <a:spcPts val="1067"/>
              </a:spcBef>
              <a:spcAft>
                <a:spcPts val="1067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96" name="Google Shape;2296;p88"/>
          <p:cNvSpPr txBox="1">
            <a:spLocks noGrp="1"/>
          </p:cNvSpPr>
          <p:nvPr>
            <p:ph type="body" idx="2"/>
          </p:nvPr>
        </p:nvSpPr>
        <p:spPr>
          <a:xfrm>
            <a:off x="564367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97" name="Google Shape;2297;p88"/>
          <p:cNvSpPr txBox="1">
            <a:spLocks noGrp="1"/>
          </p:cNvSpPr>
          <p:nvPr>
            <p:ph type="body" idx="3"/>
          </p:nvPr>
        </p:nvSpPr>
        <p:spPr>
          <a:xfrm>
            <a:off x="3533403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98" name="Google Shape;2298;p88"/>
          <p:cNvSpPr txBox="1">
            <a:spLocks noGrp="1"/>
          </p:cNvSpPr>
          <p:nvPr>
            <p:ph type="body" idx="4"/>
          </p:nvPr>
        </p:nvSpPr>
        <p:spPr>
          <a:xfrm>
            <a:off x="6395220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99" name="Google Shape;2299;p88"/>
          <p:cNvSpPr txBox="1">
            <a:spLocks noGrp="1"/>
          </p:cNvSpPr>
          <p:nvPr>
            <p:ph type="body" idx="5"/>
          </p:nvPr>
        </p:nvSpPr>
        <p:spPr>
          <a:xfrm>
            <a:off x="9353697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4942836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gold">
  <p:cSld name="23: Title, text, with subtitle, room for icons, four column — gold">
    <p:spTree>
      <p:nvGrpSpPr>
        <p:cNvPr id="1" name="Shape 2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1" name="Google Shape;2301;p89"/>
          <p:cNvSpPr/>
          <p:nvPr/>
        </p:nvSpPr>
        <p:spPr>
          <a:xfrm>
            <a:off x="67" y="0"/>
            <a:ext cx="12192000" cy="2425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2" name="Google Shape;2302;p89"/>
          <p:cNvSpPr txBox="1">
            <a:spLocks noGrp="1"/>
          </p:cNvSpPr>
          <p:nvPr>
            <p:ph type="title"/>
          </p:nvPr>
        </p:nvSpPr>
        <p:spPr>
          <a:xfrm>
            <a:off x="566567" y="421200"/>
            <a:ext cx="111640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03" name="Google Shape;2303;p89"/>
          <p:cNvSpPr txBox="1">
            <a:spLocks noGrp="1"/>
          </p:cNvSpPr>
          <p:nvPr>
            <p:ph type="subTitle" idx="1"/>
          </p:nvPr>
        </p:nvSpPr>
        <p:spPr>
          <a:xfrm>
            <a:off x="570600" y="1008004"/>
            <a:ext cx="11164000" cy="295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90000"/>
              </a:lnSpc>
              <a:spcBef>
                <a:spcPts val="1067"/>
              </a:spcBef>
              <a:spcAft>
                <a:spcPts val="1067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04" name="Google Shape;2304;p89"/>
          <p:cNvSpPr txBox="1">
            <a:spLocks noGrp="1"/>
          </p:cNvSpPr>
          <p:nvPr>
            <p:ph type="body" idx="2"/>
          </p:nvPr>
        </p:nvSpPr>
        <p:spPr>
          <a:xfrm>
            <a:off x="564367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05" name="Google Shape;2305;p89"/>
          <p:cNvSpPr txBox="1">
            <a:spLocks noGrp="1"/>
          </p:cNvSpPr>
          <p:nvPr>
            <p:ph type="body" idx="3"/>
          </p:nvPr>
        </p:nvSpPr>
        <p:spPr>
          <a:xfrm>
            <a:off x="3533403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06" name="Google Shape;2306;p89"/>
          <p:cNvSpPr txBox="1">
            <a:spLocks noGrp="1"/>
          </p:cNvSpPr>
          <p:nvPr>
            <p:ph type="body" idx="4"/>
          </p:nvPr>
        </p:nvSpPr>
        <p:spPr>
          <a:xfrm>
            <a:off x="6395220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07" name="Google Shape;2307;p89"/>
          <p:cNvSpPr txBox="1">
            <a:spLocks noGrp="1"/>
          </p:cNvSpPr>
          <p:nvPr>
            <p:ph type="body" idx="5"/>
          </p:nvPr>
        </p:nvSpPr>
        <p:spPr>
          <a:xfrm>
            <a:off x="9353697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4394068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maroon">
  <p:cSld name="23: Title, text, with subtitle, room for icons, four column — maroon">
    <p:spTree>
      <p:nvGrpSpPr>
        <p:cNvPr id="1" name="Shape 2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9" name="Google Shape;2309;p90"/>
          <p:cNvSpPr/>
          <p:nvPr/>
        </p:nvSpPr>
        <p:spPr>
          <a:xfrm>
            <a:off x="67" y="0"/>
            <a:ext cx="12192000" cy="2425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10" name="Google Shape;2310;p90"/>
          <p:cNvSpPr txBox="1">
            <a:spLocks noGrp="1"/>
          </p:cNvSpPr>
          <p:nvPr>
            <p:ph type="title"/>
          </p:nvPr>
        </p:nvSpPr>
        <p:spPr>
          <a:xfrm>
            <a:off x="566567" y="421200"/>
            <a:ext cx="111640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4267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3733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11" name="Google Shape;2311;p90"/>
          <p:cNvSpPr txBox="1">
            <a:spLocks noGrp="1"/>
          </p:cNvSpPr>
          <p:nvPr>
            <p:ph type="subTitle" idx="1"/>
          </p:nvPr>
        </p:nvSpPr>
        <p:spPr>
          <a:xfrm>
            <a:off x="570600" y="1008004"/>
            <a:ext cx="11164000" cy="295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2133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90000"/>
              </a:lnSpc>
              <a:spcBef>
                <a:spcPts val="1067"/>
              </a:spcBef>
              <a:spcAft>
                <a:spcPts val="1067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12" name="Google Shape;2312;p90"/>
          <p:cNvSpPr txBox="1">
            <a:spLocks noGrp="1"/>
          </p:cNvSpPr>
          <p:nvPr>
            <p:ph type="body" idx="2"/>
          </p:nvPr>
        </p:nvSpPr>
        <p:spPr>
          <a:xfrm>
            <a:off x="564367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13" name="Google Shape;2313;p90"/>
          <p:cNvSpPr txBox="1">
            <a:spLocks noGrp="1"/>
          </p:cNvSpPr>
          <p:nvPr>
            <p:ph type="body" idx="3"/>
          </p:nvPr>
        </p:nvSpPr>
        <p:spPr>
          <a:xfrm>
            <a:off x="3533403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14" name="Google Shape;2314;p90"/>
          <p:cNvSpPr txBox="1">
            <a:spLocks noGrp="1"/>
          </p:cNvSpPr>
          <p:nvPr>
            <p:ph type="body" idx="4"/>
          </p:nvPr>
        </p:nvSpPr>
        <p:spPr>
          <a:xfrm>
            <a:off x="6395220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15" name="Google Shape;2315;p90"/>
          <p:cNvSpPr txBox="1">
            <a:spLocks noGrp="1"/>
          </p:cNvSpPr>
          <p:nvPr>
            <p:ph type="body" idx="5"/>
          </p:nvPr>
        </p:nvSpPr>
        <p:spPr>
          <a:xfrm>
            <a:off x="9353697" y="3435767"/>
            <a:ext cx="2374800" cy="3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609585" marR="0" lvl="0" indent="-44025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b="1" i="0" u="none" strike="noStrike" cap="none">
                <a:solidFill>
                  <a:srgbClr val="000000"/>
                </a:solidFill>
              </a:defRPr>
            </a:lvl1pPr>
            <a:lvl2pPr marL="1219170" marR="0" lvl="1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2pPr>
            <a:lvl3pPr marL="1828754" marR="0" lvl="2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3pPr>
            <a:lvl4pPr marL="2438339" marR="0" lvl="3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4pPr>
            <a:lvl5pPr marL="3047924" marR="0" lvl="4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5pPr>
            <a:lvl6pPr marL="3657509" marR="0" lvl="5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6pPr>
            <a:lvl7pPr marL="4267093" marR="0" lvl="6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2133" i="0" u="none" strike="noStrike" cap="none">
                <a:solidFill>
                  <a:srgbClr val="000000"/>
                </a:solidFill>
              </a:defRPr>
            </a:lvl7pPr>
            <a:lvl8pPr marL="4876678" marR="0" lvl="7" indent="-440256" algn="l">
              <a:lnSpc>
                <a:spcPct val="100000"/>
              </a:lnSpc>
              <a:spcBef>
                <a:spcPts val="533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2133" i="0" u="none" strike="noStrike" cap="none">
                <a:solidFill>
                  <a:srgbClr val="000000"/>
                </a:solidFill>
              </a:defRPr>
            </a:lvl8pPr>
            <a:lvl9pPr marL="5486263" marR="0" lvl="8" indent="-440256" algn="l">
              <a:lnSpc>
                <a:spcPct val="100000"/>
              </a:lnSpc>
              <a:spcBef>
                <a:spcPts val="533"/>
              </a:spcBef>
              <a:spcAft>
                <a:spcPts val="533"/>
              </a:spcAft>
              <a:buClr>
                <a:srgbClr val="000000"/>
              </a:buClr>
              <a:buSzPts val="1600"/>
              <a:buChar char="■"/>
              <a:defRPr sz="2133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29670798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black">
  <p:cSld name="23: Title, text, 4 column, good for facts — black">
    <p:bg>
      <p:bgPr>
        <a:solidFill>
          <a:schemeClr val="dk1"/>
        </a:solidFill>
        <a:effectLst/>
      </p:bgPr>
    </p:bg>
    <p:spTree>
      <p:nvGrpSpPr>
        <p:cNvPr id="1" name="Shape 2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7" name="Google Shape;2317;p91"/>
          <p:cNvSpPr txBox="1">
            <a:spLocks noGrp="1"/>
          </p:cNvSpPr>
          <p:nvPr>
            <p:ph type="title"/>
          </p:nvPr>
        </p:nvSpPr>
        <p:spPr>
          <a:xfrm>
            <a:off x="560833" y="2285667"/>
            <a:ext cx="2601200" cy="2254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594350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18" name="Google Shape;2318;p91"/>
          <p:cNvSpPr txBox="1">
            <a:spLocks noGrp="1"/>
          </p:cNvSpPr>
          <p:nvPr>
            <p:ph type="body" idx="1"/>
          </p:nvPr>
        </p:nvSpPr>
        <p:spPr>
          <a:xfrm>
            <a:off x="560833" y="3604700"/>
            <a:ext cx="2601200" cy="9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19" name="Google Shape;2319;p91"/>
          <p:cNvSpPr txBox="1">
            <a:spLocks noGrp="1"/>
          </p:cNvSpPr>
          <p:nvPr>
            <p:ph type="title" idx="2"/>
          </p:nvPr>
        </p:nvSpPr>
        <p:spPr>
          <a:xfrm>
            <a:off x="8948467" y="2298967"/>
            <a:ext cx="2601200" cy="2254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594350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20" name="Google Shape;2320;p91"/>
          <p:cNvSpPr txBox="1">
            <a:spLocks noGrp="1"/>
          </p:cNvSpPr>
          <p:nvPr>
            <p:ph type="body" idx="3"/>
          </p:nvPr>
        </p:nvSpPr>
        <p:spPr>
          <a:xfrm>
            <a:off x="8948933" y="3618000"/>
            <a:ext cx="2601200" cy="9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21" name="Google Shape;2321;p91"/>
          <p:cNvSpPr txBox="1">
            <a:spLocks noGrp="1"/>
          </p:cNvSpPr>
          <p:nvPr>
            <p:ph type="title" idx="4"/>
          </p:nvPr>
        </p:nvSpPr>
        <p:spPr>
          <a:xfrm>
            <a:off x="6174700" y="2285667"/>
            <a:ext cx="2601200" cy="2254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594350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22" name="Google Shape;2322;p91"/>
          <p:cNvSpPr txBox="1">
            <a:spLocks noGrp="1"/>
          </p:cNvSpPr>
          <p:nvPr>
            <p:ph type="body" idx="5"/>
          </p:nvPr>
        </p:nvSpPr>
        <p:spPr>
          <a:xfrm>
            <a:off x="6174700" y="3604700"/>
            <a:ext cx="2601200" cy="9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23" name="Google Shape;2323;p91"/>
          <p:cNvSpPr txBox="1">
            <a:spLocks noGrp="1"/>
          </p:cNvSpPr>
          <p:nvPr>
            <p:ph type="title" idx="6"/>
          </p:nvPr>
        </p:nvSpPr>
        <p:spPr>
          <a:xfrm>
            <a:off x="3354200" y="2302000"/>
            <a:ext cx="2601200" cy="2254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594350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24" name="Google Shape;2324;p91"/>
          <p:cNvSpPr txBox="1">
            <a:spLocks noGrp="1"/>
          </p:cNvSpPr>
          <p:nvPr>
            <p:ph type="body" idx="7"/>
          </p:nvPr>
        </p:nvSpPr>
        <p:spPr>
          <a:xfrm>
            <a:off x="3354200" y="3621033"/>
            <a:ext cx="2601200" cy="9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25" name="Google Shape;2325;p91"/>
          <p:cNvSpPr txBox="1">
            <a:spLocks noGrp="1"/>
          </p:cNvSpPr>
          <p:nvPr>
            <p:ph type="title" idx="8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0209344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photo background">
  <p:cSld name="23: Title, text, 4 column, good for facts — photo background">
    <p:spTree>
      <p:nvGrpSpPr>
        <p:cNvPr id="1" name="Shape 2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7" name="Google Shape;2327;p92"/>
          <p:cNvSpPr>
            <a:spLocks noGrp="1"/>
          </p:cNvSpPr>
          <p:nvPr>
            <p:ph type="pic" idx="2"/>
          </p:nvPr>
        </p:nvSpPr>
        <p:spPr>
          <a:xfrm>
            <a:off x="0" y="-12300"/>
            <a:ext cx="12192000" cy="6858000"/>
          </a:xfrm>
          <a:prstGeom prst="rect">
            <a:avLst/>
          </a:prstGeom>
          <a:noFill/>
          <a:ln>
            <a:noFill/>
          </a:ln>
        </p:spPr>
      </p:sp>
      <p:sp>
        <p:nvSpPr>
          <p:cNvPr id="2328" name="Google Shape;2328;p92"/>
          <p:cNvSpPr txBox="1">
            <a:spLocks noGrp="1"/>
          </p:cNvSpPr>
          <p:nvPr>
            <p:ph type="title"/>
          </p:nvPr>
        </p:nvSpPr>
        <p:spPr>
          <a:xfrm>
            <a:off x="560833" y="2285667"/>
            <a:ext cx="2601200" cy="2254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594350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29" name="Google Shape;2329;p92"/>
          <p:cNvSpPr txBox="1">
            <a:spLocks noGrp="1"/>
          </p:cNvSpPr>
          <p:nvPr>
            <p:ph type="title" idx="3"/>
          </p:nvPr>
        </p:nvSpPr>
        <p:spPr>
          <a:xfrm>
            <a:off x="8948467" y="2298967"/>
            <a:ext cx="2601200" cy="2254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594350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30" name="Google Shape;2330;p92"/>
          <p:cNvSpPr txBox="1">
            <a:spLocks noGrp="1"/>
          </p:cNvSpPr>
          <p:nvPr>
            <p:ph type="title" idx="4"/>
          </p:nvPr>
        </p:nvSpPr>
        <p:spPr>
          <a:xfrm>
            <a:off x="6174700" y="2285667"/>
            <a:ext cx="2601200" cy="2254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594350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31" name="Google Shape;2331;p92"/>
          <p:cNvSpPr txBox="1">
            <a:spLocks noGrp="1"/>
          </p:cNvSpPr>
          <p:nvPr>
            <p:ph type="title" idx="5"/>
          </p:nvPr>
        </p:nvSpPr>
        <p:spPr>
          <a:xfrm>
            <a:off x="3354200" y="2302000"/>
            <a:ext cx="2601200" cy="2254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594350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8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32" name="Google Shape;2332;p92"/>
          <p:cNvSpPr txBox="1">
            <a:spLocks noGrp="1"/>
          </p:cNvSpPr>
          <p:nvPr>
            <p:ph type="title" idx="6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33" name="Google Shape;2333;p92"/>
          <p:cNvSpPr txBox="1">
            <a:spLocks noGrp="1"/>
          </p:cNvSpPr>
          <p:nvPr>
            <p:ph type="body" idx="1"/>
          </p:nvPr>
        </p:nvSpPr>
        <p:spPr>
          <a:xfrm>
            <a:off x="560833" y="3604700"/>
            <a:ext cx="2601200" cy="9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34" name="Google Shape;2334;p92"/>
          <p:cNvSpPr txBox="1">
            <a:spLocks noGrp="1"/>
          </p:cNvSpPr>
          <p:nvPr>
            <p:ph type="body" idx="7"/>
          </p:nvPr>
        </p:nvSpPr>
        <p:spPr>
          <a:xfrm>
            <a:off x="8948933" y="3618000"/>
            <a:ext cx="2601200" cy="9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35" name="Google Shape;2335;p92"/>
          <p:cNvSpPr txBox="1">
            <a:spLocks noGrp="1"/>
          </p:cNvSpPr>
          <p:nvPr>
            <p:ph type="body" idx="8"/>
          </p:nvPr>
        </p:nvSpPr>
        <p:spPr>
          <a:xfrm>
            <a:off x="6174700" y="3604700"/>
            <a:ext cx="2601200" cy="9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36" name="Google Shape;2336;p92"/>
          <p:cNvSpPr txBox="1">
            <a:spLocks noGrp="1"/>
          </p:cNvSpPr>
          <p:nvPr>
            <p:ph type="body" idx="9"/>
          </p:nvPr>
        </p:nvSpPr>
        <p:spPr>
          <a:xfrm>
            <a:off x="3354200" y="3621033"/>
            <a:ext cx="2601200" cy="9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21843930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white">
  <p:cSld name="23: Title, text, 3 column, good for facts — white">
    <p:spTree>
      <p:nvGrpSpPr>
        <p:cNvPr id="1" name="Shape 2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8" name="Google Shape;2338;p93"/>
          <p:cNvSpPr txBox="1">
            <a:spLocks noGrp="1"/>
          </p:cNvSpPr>
          <p:nvPr>
            <p:ph type="title"/>
          </p:nvPr>
        </p:nvSpPr>
        <p:spPr>
          <a:xfrm>
            <a:off x="560833" y="2295000"/>
            <a:ext cx="2782400" cy="477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39" name="Google Shape;2339;p93"/>
          <p:cNvSpPr txBox="1">
            <a:spLocks noGrp="1"/>
          </p:cNvSpPr>
          <p:nvPr>
            <p:ph type="body" idx="1"/>
          </p:nvPr>
        </p:nvSpPr>
        <p:spPr>
          <a:xfrm>
            <a:off x="560833" y="2952633"/>
            <a:ext cx="2782400" cy="3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40" name="Google Shape;2340;p93"/>
          <p:cNvSpPr txBox="1">
            <a:spLocks noGrp="1"/>
          </p:cNvSpPr>
          <p:nvPr>
            <p:ph type="title" idx="2"/>
          </p:nvPr>
        </p:nvSpPr>
        <p:spPr>
          <a:xfrm>
            <a:off x="8393600" y="2295000"/>
            <a:ext cx="2782400" cy="477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41" name="Google Shape;2341;p93"/>
          <p:cNvSpPr txBox="1">
            <a:spLocks noGrp="1"/>
          </p:cNvSpPr>
          <p:nvPr>
            <p:ph type="body" idx="3"/>
          </p:nvPr>
        </p:nvSpPr>
        <p:spPr>
          <a:xfrm>
            <a:off x="8409900" y="2952633"/>
            <a:ext cx="2782400" cy="3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42" name="Google Shape;2342;p93"/>
          <p:cNvSpPr txBox="1">
            <a:spLocks noGrp="1"/>
          </p:cNvSpPr>
          <p:nvPr>
            <p:ph type="title" idx="4"/>
          </p:nvPr>
        </p:nvSpPr>
        <p:spPr>
          <a:xfrm>
            <a:off x="4477235" y="2295000"/>
            <a:ext cx="2782400" cy="477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43" name="Google Shape;2343;p93"/>
          <p:cNvSpPr txBox="1">
            <a:spLocks noGrp="1"/>
          </p:cNvSpPr>
          <p:nvPr>
            <p:ph type="body" idx="5"/>
          </p:nvPr>
        </p:nvSpPr>
        <p:spPr>
          <a:xfrm>
            <a:off x="4486600" y="3020365"/>
            <a:ext cx="2782400" cy="34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44" name="Google Shape;2344;p93"/>
          <p:cNvSpPr txBox="1">
            <a:spLocks noGrp="1"/>
          </p:cNvSpPr>
          <p:nvPr>
            <p:ph type="title" idx="6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2345" name="Google Shape;2345;p93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10490281" y="5781523"/>
            <a:ext cx="1319400" cy="86813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78504130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black">
  <p:cSld name="23: Title, text, 3 column, good for facts — black">
    <p:bg>
      <p:bgPr>
        <a:solidFill>
          <a:schemeClr val="dk1"/>
        </a:solidFill>
        <a:effectLst/>
      </p:bgPr>
    </p:bg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94"/>
          <p:cNvSpPr txBox="1">
            <a:spLocks noGrp="1"/>
          </p:cNvSpPr>
          <p:nvPr>
            <p:ph type="title"/>
          </p:nvPr>
        </p:nvSpPr>
        <p:spPr>
          <a:xfrm>
            <a:off x="560833" y="2294967"/>
            <a:ext cx="3202000" cy="1872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48" name="Google Shape;2348;p94"/>
          <p:cNvSpPr txBox="1">
            <a:spLocks noGrp="1"/>
          </p:cNvSpPr>
          <p:nvPr>
            <p:ph type="body" idx="1"/>
          </p:nvPr>
        </p:nvSpPr>
        <p:spPr>
          <a:xfrm>
            <a:off x="560833" y="2952633"/>
            <a:ext cx="3228000" cy="119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49" name="Google Shape;2349;p94"/>
          <p:cNvSpPr txBox="1">
            <a:spLocks noGrp="1"/>
          </p:cNvSpPr>
          <p:nvPr>
            <p:ph type="title" idx="2"/>
          </p:nvPr>
        </p:nvSpPr>
        <p:spPr>
          <a:xfrm>
            <a:off x="8393600" y="2294967"/>
            <a:ext cx="3202000" cy="1872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50" name="Google Shape;2350;p94"/>
          <p:cNvSpPr txBox="1">
            <a:spLocks noGrp="1"/>
          </p:cNvSpPr>
          <p:nvPr>
            <p:ph type="body" idx="3"/>
          </p:nvPr>
        </p:nvSpPr>
        <p:spPr>
          <a:xfrm>
            <a:off x="8409900" y="2952633"/>
            <a:ext cx="3202000" cy="119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51" name="Google Shape;2351;p94"/>
          <p:cNvSpPr txBox="1">
            <a:spLocks noGrp="1"/>
          </p:cNvSpPr>
          <p:nvPr>
            <p:ph type="title" idx="4"/>
          </p:nvPr>
        </p:nvSpPr>
        <p:spPr>
          <a:xfrm>
            <a:off x="4477233" y="2294967"/>
            <a:ext cx="3228000" cy="1872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52" name="Google Shape;2352;p94"/>
          <p:cNvSpPr txBox="1">
            <a:spLocks noGrp="1"/>
          </p:cNvSpPr>
          <p:nvPr>
            <p:ph type="body" idx="5"/>
          </p:nvPr>
        </p:nvSpPr>
        <p:spPr>
          <a:xfrm>
            <a:off x="4486600" y="2976236"/>
            <a:ext cx="3202000" cy="119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53" name="Google Shape;2353;p94"/>
          <p:cNvSpPr txBox="1">
            <a:spLocks noGrp="1"/>
          </p:cNvSpPr>
          <p:nvPr>
            <p:ph type="title" idx="6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01555148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3 column">
  <p:cSld name="23: Title, text, images, 3 column">
    <p:spTree>
      <p:nvGrpSpPr>
        <p:cNvPr id="1" name="Shape 2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" name="Google Shape;2355;p95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56" name="Google Shape;2356;p95"/>
          <p:cNvSpPr txBox="1">
            <a:spLocks noGrp="1"/>
          </p:cNvSpPr>
          <p:nvPr>
            <p:ph type="subTitle" idx="1"/>
          </p:nvPr>
        </p:nvSpPr>
        <p:spPr>
          <a:xfrm>
            <a:off x="571233" y="1326067"/>
            <a:ext cx="3201200" cy="5110400"/>
          </a:xfrm>
          <a:prstGeom prst="rect">
            <a:avLst/>
          </a:prstGeom>
          <a:noFill/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 b="1"/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57" name="Google Shape;2357;p95"/>
          <p:cNvSpPr txBox="1">
            <a:spLocks noGrp="1"/>
          </p:cNvSpPr>
          <p:nvPr>
            <p:ph type="body" idx="2"/>
          </p:nvPr>
        </p:nvSpPr>
        <p:spPr>
          <a:xfrm>
            <a:off x="559567" y="3887800"/>
            <a:ext cx="3201200" cy="25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58" name="Google Shape;2358;p95"/>
          <p:cNvSpPr>
            <a:spLocks noGrp="1"/>
          </p:cNvSpPr>
          <p:nvPr>
            <p:ph type="pic" idx="3"/>
          </p:nvPr>
        </p:nvSpPr>
        <p:spPr>
          <a:xfrm>
            <a:off x="578233" y="1331467"/>
            <a:ext cx="3194400" cy="1777600"/>
          </a:xfrm>
          <a:prstGeom prst="rect">
            <a:avLst/>
          </a:prstGeom>
          <a:noFill/>
          <a:ln>
            <a:noFill/>
          </a:ln>
        </p:spPr>
      </p:sp>
      <p:sp>
        <p:nvSpPr>
          <p:cNvPr id="2359" name="Google Shape;2359;p95"/>
          <p:cNvSpPr txBox="1">
            <a:spLocks noGrp="1"/>
          </p:cNvSpPr>
          <p:nvPr>
            <p:ph type="subTitle" idx="4"/>
          </p:nvPr>
        </p:nvSpPr>
        <p:spPr>
          <a:xfrm>
            <a:off x="4487197" y="1326000"/>
            <a:ext cx="3201200" cy="5110400"/>
          </a:xfrm>
          <a:prstGeom prst="rect">
            <a:avLst/>
          </a:prstGeom>
          <a:noFill/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 b="1"/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60" name="Google Shape;2360;p95"/>
          <p:cNvSpPr txBox="1">
            <a:spLocks noGrp="1"/>
          </p:cNvSpPr>
          <p:nvPr>
            <p:ph type="body" idx="5"/>
          </p:nvPr>
        </p:nvSpPr>
        <p:spPr>
          <a:xfrm>
            <a:off x="4475531" y="3887740"/>
            <a:ext cx="3194400" cy="25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61" name="Google Shape;2361;p95"/>
          <p:cNvSpPr>
            <a:spLocks noGrp="1"/>
          </p:cNvSpPr>
          <p:nvPr>
            <p:ph type="pic" idx="6"/>
          </p:nvPr>
        </p:nvSpPr>
        <p:spPr>
          <a:xfrm>
            <a:off x="4494197" y="1331400"/>
            <a:ext cx="3194400" cy="1777600"/>
          </a:xfrm>
          <a:prstGeom prst="rect">
            <a:avLst/>
          </a:prstGeom>
          <a:noFill/>
          <a:ln>
            <a:noFill/>
          </a:ln>
        </p:spPr>
      </p:sp>
      <p:sp>
        <p:nvSpPr>
          <p:cNvPr id="2362" name="Google Shape;2362;p95"/>
          <p:cNvSpPr txBox="1">
            <a:spLocks noGrp="1"/>
          </p:cNvSpPr>
          <p:nvPr>
            <p:ph type="subTitle" idx="7"/>
          </p:nvPr>
        </p:nvSpPr>
        <p:spPr>
          <a:xfrm>
            <a:off x="8389667" y="1325933"/>
            <a:ext cx="3201200" cy="5110400"/>
          </a:xfrm>
          <a:prstGeom prst="rect">
            <a:avLst/>
          </a:prstGeom>
          <a:noFill/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 b="1"/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63" name="Google Shape;2363;p95"/>
          <p:cNvSpPr txBox="1">
            <a:spLocks noGrp="1"/>
          </p:cNvSpPr>
          <p:nvPr>
            <p:ph type="body" idx="8"/>
          </p:nvPr>
        </p:nvSpPr>
        <p:spPr>
          <a:xfrm>
            <a:off x="8378000" y="3887667"/>
            <a:ext cx="3194400" cy="25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0" rIns="91425" bIns="91425" anchor="t" anchorCtr="0">
            <a:noAutofit/>
          </a:bodyPr>
          <a:lstStyle>
            <a:lvl1pPr marL="609585" lvl="0" indent="-40639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5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533"/>
              </a:spcBef>
              <a:spcAft>
                <a:spcPts val="5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64" name="Google Shape;2364;p95"/>
          <p:cNvSpPr>
            <a:spLocks noGrp="1"/>
          </p:cNvSpPr>
          <p:nvPr>
            <p:ph type="pic" idx="9"/>
          </p:nvPr>
        </p:nvSpPr>
        <p:spPr>
          <a:xfrm>
            <a:off x="8396667" y="1331333"/>
            <a:ext cx="3194400" cy="1777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78809649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with preheader, 3 column">
  <p:cSld name="23: Title, text, images, with preheader, 3 column">
    <p:spTree>
      <p:nvGrpSpPr>
        <p:cNvPr id="1" name="Shape 2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6" name="Google Shape;2366;p96"/>
          <p:cNvSpPr/>
          <p:nvPr/>
        </p:nvSpPr>
        <p:spPr>
          <a:xfrm>
            <a:off x="560833" y="1182633"/>
            <a:ext cx="3657600" cy="52564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67" name="Google Shape;2367;p96"/>
          <p:cNvSpPr>
            <a:spLocks noGrp="1"/>
          </p:cNvSpPr>
          <p:nvPr>
            <p:ph type="pic" idx="2"/>
          </p:nvPr>
        </p:nvSpPr>
        <p:spPr>
          <a:xfrm>
            <a:off x="560833" y="1182633"/>
            <a:ext cx="3657600" cy="2450000"/>
          </a:xfrm>
          <a:prstGeom prst="rect">
            <a:avLst/>
          </a:prstGeom>
          <a:noFill/>
          <a:ln>
            <a:noFill/>
          </a:ln>
        </p:spPr>
      </p:sp>
      <p:sp>
        <p:nvSpPr>
          <p:cNvPr id="2368" name="Google Shape;2368;p96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69" name="Google Shape;2369;p96"/>
          <p:cNvSpPr txBox="1">
            <a:spLocks noGrp="1"/>
          </p:cNvSpPr>
          <p:nvPr>
            <p:ph type="title" idx="3"/>
          </p:nvPr>
        </p:nvSpPr>
        <p:spPr>
          <a:xfrm>
            <a:off x="719167" y="3067332"/>
            <a:ext cx="3352800" cy="3370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18287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2pPr>
            <a:lvl3pPr lvl="2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3pPr>
            <a:lvl4pPr lvl="3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4pPr>
            <a:lvl5pPr lvl="4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5pPr>
            <a:lvl6pPr lvl="5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6pPr>
            <a:lvl7pPr lvl="6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7pPr>
            <a:lvl8pPr lvl="7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8pPr>
            <a:lvl9pPr lvl="8" algn="l">
              <a:lnSpc>
                <a:spcPct val="90000"/>
              </a:lnSpc>
              <a:spcBef>
                <a:spcPts val="533"/>
              </a:spcBef>
              <a:spcAft>
                <a:spcPts val="533"/>
              </a:spcAft>
              <a:buSzPts val="1200"/>
              <a:buNone/>
              <a:defRPr sz="1600"/>
            </a:lvl9pPr>
          </a:lstStyle>
          <a:p>
            <a:endParaRPr/>
          </a:p>
        </p:txBody>
      </p:sp>
      <p:sp>
        <p:nvSpPr>
          <p:cNvPr id="2370" name="Google Shape;2370;p96"/>
          <p:cNvSpPr txBox="1">
            <a:spLocks noGrp="1"/>
          </p:cNvSpPr>
          <p:nvPr>
            <p:ph type="body" idx="1"/>
          </p:nvPr>
        </p:nvSpPr>
        <p:spPr>
          <a:xfrm>
            <a:off x="719167" y="2819908"/>
            <a:ext cx="3352800" cy="16421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b" anchorCtr="0">
            <a:spAutoFit/>
          </a:bodyPr>
          <a:lstStyle>
            <a:lvl1pPr marL="609585" lvl="0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 b="1"/>
            </a:lvl1pPr>
            <a:lvl2pPr marL="1219170" lvl="1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2pPr>
            <a:lvl3pPr marL="1828754" lvl="2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3pPr>
            <a:lvl4pPr marL="2438339" lvl="3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4pPr>
            <a:lvl5pPr marL="3047924" lvl="4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5pPr>
            <a:lvl6pPr marL="3657509" lvl="5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6pPr>
            <a:lvl7pPr marL="4267093" lvl="6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7pPr>
            <a:lvl8pPr marL="4876678" lvl="7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8pPr>
            <a:lvl9pPr marL="5486263" lvl="8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9pPr>
          </a:lstStyle>
          <a:p>
            <a:endParaRPr/>
          </a:p>
        </p:txBody>
      </p:sp>
      <p:sp>
        <p:nvSpPr>
          <p:cNvPr id="2371" name="Google Shape;2371;p96"/>
          <p:cNvSpPr/>
          <p:nvPr/>
        </p:nvSpPr>
        <p:spPr>
          <a:xfrm>
            <a:off x="4372871" y="1182633"/>
            <a:ext cx="3657600" cy="52564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2" name="Google Shape;2372;p96"/>
          <p:cNvSpPr>
            <a:spLocks noGrp="1"/>
          </p:cNvSpPr>
          <p:nvPr>
            <p:ph type="pic" idx="4"/>
          </p:nvPr>
        </p:nvSpPr>
        <p:spPr>
          <a:xfrm>
            <a:off x="4372872" y="1182633"/>
            <a:ext cx="3657600" cy="2450000"/>
          </a:xfrm>
          <a:prstGeom prst="rect">
            <a:avLst/>
          </a:prstGeom>
          <a:noFill/>
          <a:ln>
            <a:noFill/>
          </a:ln>
        </p:spPr>
      </p:sp>
      <p:sp>
        <p:nvSpPr>
          <p:cNvPr id="2373" name="Google Shape;2373;p96"/>
          <p:cNvSpPr txBox="1">
            <a:spLocks noGrp="1"/>
          </p:cNvSpPr>
          <p:nvPr>
            <p:ph type="title" idx="5"/>
          </p:nvPr>
        </p:nvSpPr>
        <p:spPr>
          <a:xfrm>
            <a:off x="4531205" y="3067332"/>
            <a:ext cx="3352800" cy="3370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18287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2pPr>
            <a:lvl3pPr lvl="2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3pPr>
            <a:lvl4pPr lvl="3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4pPr>
            <a:lvl5pPr lvl="4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5pPr>
            <a:lvl6pPr lvl="5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6pPr>
            <a:lvl7pPr lvl="6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7pPr>
            <a:lvl8pPr lvl="7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8pPr>
            <a:lvl9pPr lvl="8" algn="l">
              <a:lnSpc>
                <a:spcPct val="90000"/>
              </a:lnSpc>
              <a:spcBef>
                <a:spcPts val="533"/>
              </a:spcBef>
              <a:spcAft>
                <a:spcPts val="533"/>
              </a:spcAft>
              <a:buSzPts val="1200"/>
              <a:buNone/>
              <a:defRPr sz="1600"/>
            </a:lvl9pPr>
          </a:lstStyle>
          <a:p>
            <a:endParaRPr/>
          </a:p>
        </p:txBody>
      </p:sp>
      <p:sp>
        <p:nvSpPr>
          <p:cNvPr id="2374" name="Google Shape;2374;p96"/>
          <p:cNvSpPr txBox="1">
            <a:spLocks noGrp="1"/>
          </p:cNvSpPr>
          <p:nvPr>
            <p:ph type="body" idx="6"/>
          </p:nvPr>
        </p:nvSpPr>
        <p:spPr>
          <a:xfrm>
            <a:off x="4531204" y="2819908"/>
            <a:ext cx="3352800" cy="16421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b" anchorCtr="0">
            <a:spAutoFit/>
          </a:bodyPr>
          <a:lstStyle>
            <a:lvl1pPr marL="609585" lvl="0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 b="1"/>
            </a:lvl1pPr>
            <a:lvl2pPr marL="1219170" lvl="1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2pPr>
            <a:lvl3pPr marL="1828754" lvl="2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3pPr>
            <a:lvl4pPr marL="2438339" lvl="3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4pPr>
            <a:lvl5pPr marL="3047924" lvl="4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5pPr>
            <a:lvl6pPr marL="3657509" lvl="5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6pPr>
            <a:lvl7pPr marL="4267093" lvl="6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7pPr>
            <a:lvl8pPr marL="4876678" lvl="7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8pPr>
            <a:lvl9pPr marL="5486263" lvl="8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9pPr>
          </a:lstStyle>
          <a:p>
            <a:endParaRPr/>
          </a:p>
        </p:txBody>
      </p:sp>
      <p:sp>
        <p:nvSpPr>
          <p:cNvPr id="2375" name="Google Shape;2375;p96"/>
          <p:cNvSpPr/>
          <p:nvPr/>
        </p:nvSpPr>
        <p:spPr>
          <a:xfrm>
            <a:off x="8186696" y="1182633"/>
            <a:ext cx="3657600" cy="52564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96"/>
          <p:cNvSpPr>
            <a:spLocks noGrp="1"/>
          </p:cNvSpPr>
          <p:nvPr>
            <p:ph type="pic" idx="7"/>
          </p:nvPr>
        </p:nvSpPr>
        <p:spPr>
          <a:xfrm>
            <a:off x="8186699" y="1182633"/>
            <a:ext cx="3657600" cy="2450000"/>
          </a:xfrm>
          <a:prstGeom prst="rect">
            <a:avLst/>
          </a:prstGeom>
          <a:noFill/>
          <a:ln>
            <a:noFill/>
          </a:ln>
        </p:spPr>
      </p:sp>
      <p:sp>
        <p:nvSpPr>
          <p:cNvPr id="2377" name="Google Shape;2377;p96"/>
          <p:cNvSpPr txBox="1">
            <a:spLocks noGrp="1"/>
          </p:cNvSpPr>
          <p:nvPr>
            <p:ph type="title" idx="8"/>
          </p:nvPr>
        </p:nvSpPr>
        <p:spPr>
          <a:xfrm>
            <a:off x="8345032" y="3067332"/>
            <a:ext cx="3352800" cy="3370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182875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2pPr>
            <a:lvl3pPr lvl="2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3pPr>
            <a:lvl4pPr lvl="3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4pPr>
            <a:lvl5pPr lvl="4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5pPr>
            <a:lvl6pPr lvl="5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6pPr>
            <a:lvl7pPr lvl="6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7pPr>
            <a:lvl8pPr lvl="7" algn="l">
              <a:lnSpc>
                <a:spcPct val="90000"/>
              </a:lnSpc>
              <a:spcBef>
                <a:spcPts val="533"/>
              </a:spcBef>
              <a:spcAft>
                <a:spcPts val="0"/>
              </a:spcAft>
              <a:buSzPts val="1200"/>
              <a:buNone/>
              <a:defRPr sz="1600"/>
            </a:lvl8pPr>
            <a:lvl9pPr lvl="8" algn="l">
              <a:lnSpc>
                <a:spcPct val="90000"/>
              </a:lnSpc>
              <a:spcBef>
                <a:spcPts val="533"/>
              </a:spcBef>
              <a:spcAft>
                <a:spcPts val="533"/>
              </a:spcAft>
              <a:buSzPts val="1200"/>
              <a:buNone/>
              <a:defRPr sz="1600"/>
            </a:lvl9pPr>
          </a:lstStyle>
          <a:p>
            <a:endParaRPr/>
          </a:p>
        </p:txBody>
      </p:sp>
      <p:sp>
        <p:nvSpPr>
          <p:cNvPr id="2378" name="Google Shape;2378;p96"/>
          <p:cNvSpPr txBox="1">
            <a:spLocks noGrp="1"/>
          </p:cNvSpPr>
          <p:nvPr>
            <p:ph type="body" idx="9"/>
          </p:nvPr>
        </p:nvSpPr>
        <p:spPr>
          <a:xfrm>
            <a:off x="8345029" y="2819908"/>
            <a:ext cx="3352800" cy="16421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0" tIns="0" rIns="0" bIns="0" anchor="b" anchorCtr="0">
            <a:spAutoFit/>
          </a:bodyPr>
          <a:lstStyle>
            <a:lvl1pPr marL="609585" lvl="0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 b="1"/>
            </a:lvl1pPr>
            <a:lvl2pPr marL="1219170" lvl="1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2pPr>
            <a:lvl3pPr marL="1828754" lvl="2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3pPr>
            <a:lvl4pPr marL="2438339" lvl="3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4pPr>
            <a:lvl5pPr marL="3047924" lvl="4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5pPr>
            <a:lvl6pPr marL="3657509" lvl="5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6pPr>
            <a:lvl7pPr marL="4267093" lvl="6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1067"/>
            </a:lvl7pPr>
            <a:lvl8pPr marL="4876678" lvl="7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1067"/>
            </a:lvl8pPr>
            <a:lvl9pPr marL="5486263" lvl="8" indent="-37252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1067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5490712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slide options divider &gt;&gt;&gt; choose from following templates →">
  <p:cSld name="23: Title only slide options divider &gt;&gt;&gt; choose from following templates →">
    <p:bg>
      <p:bgPr>
        <a:solidFill>
          <a:schemeClr val="lt2"/>
        </a:solidFill>
        <a:effectLst/>
      </p:bgPr>
    </p:bg>
    <p:spTree>
      <p:nvGrpSpPr>
        <p:cNvPr id="1" name="Shape 2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0" name="Google Shape;2380;p97"/>
          <p:cNvSpPr txBox="1"/>
          <p:nvPr/>
        </p:nvSpPr>
        <p:spPr>
          <a:xfrm>
            <a:off x="3215633" y="2107071"/>
            <a:ext cx="8384400" cy="26591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200"/>
              <a:buFont typeface="Arial"/>
              <a:buNone/>
            </a:pPr>
            <a:r>
              <a:rPr lang="en-US" sz="9600" b="1" i="0" u="none" strike="noStrike" cap="none">
                <a:solidFill>
                  <a:srgbClr val="FFFFFF"/>
                </a:solidFill>
                <a:highlight>
                  <a:schemeClr val="dk1"/>
                </a:highlight>
                <a:latin typeface="Arial"/>
                <a:ea typeface="Arial"/>
                <a:cs typeface="Arial"/>
                <a:sym typeface="Arial"/>
              </a:rPr>
              <a:t>Title only slide options</a:t>
            </a:r>
            <a:endParaRPr sz="9600" b="1" i="0" u="none" strike="noStrike" cap="none">
              <a:solidFill>
                <a:srgbClr val="FFFFFF"/>
              </a:solidFill>
              <a:highlight>
                <a:schemeClr val="dk1"/>
              </a:highlight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97"/>
          <p:cNvSpPr/>
          <p:nvPr/>
        </p:nvSpPr>
        <p:spPr>
          <a:xfrm>
            <a:off x="0" y="0"/>
            <a:ext cx="2891200" cy="68580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83372562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— white">
  <p:cSld name="23: Title only — white">
    <p:spTree>
      <p:nvGrpSpPr>
        <p:cNvPr id="1" name="Shape 2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3" name="Google Shape;2383;p98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5907272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23: Title only, 1 column — white">
    <p:spTree>
      <p:nvGrpSpPr>
        <p:cNvPr id="1" name="Shape 2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" name="Google Shape;2385;p99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32188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331891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1_23: Title only, 1 column — white">
    <p:spTree>
      <p:nvGrpSpPr>
        <p:cNvPr id="1" name="Shape 2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7" name="Google Shape;2387;p100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32188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2388" name="Google Shape;2388;p100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10490281" y="5781523"/>
            <a:ext cx="1319400" cy="86813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3442735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23: Title only, image, 1 column">
    <p:spTree>
      <p:nvGrpSpPr>
        <p:cNvPr id="1" name="Shape 2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0" name="Google Shape;2390;p101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2658000" cy="7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391" name="Google Shape;2391;p101"/>
          <p:cNvSpPr>
            <a:spLocks noGrp="1"/>
          </p:cNvSpPr>
          <p:nvPr>
            <p:ph type="pic" idx="2"/>
          </p:nvPr>
        </p:nvSpPr>
        <p:spPr>
          <a:xfrm>
            <a:off x="3352800" y="0"/>
            <a:ext cx="8839600" cy="68580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161240163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1_23: Title only, image, 1 column">
    <p:spTree>
      <p:nvGrpSpPr>
        <p:cNvPr id="1" name="Shape 2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3" name="Google Shape;2393;p102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32188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94" name="Google Shape;2394;p102"/>
          <p:cNvSpPr>
            <a:spLocks noGrp="1"/>
          </p:cNvSpPr>
          <p:nvPr>
            <p:ph type="pic" idx="2"/>
          </p:nvPr>
        </p:nvSpPr>
        <p:spPr>
          <a:xfrm>
            <a:off x="3913633" y="0"/>
            <a:ext cx="8278800" cy="68580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00343893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 — black">
  <p:cSld name="23: Title only, image, 1 col — black">
    <p:spTree>
      <p:nvGrpSpPr>
        <p:cNvPr id="1" name="Shape 2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" name="Google Shape;2396;p103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26580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397" name="Google Shape;2397;p103"/>
          <p:cNvSpPr/>
          <p:nvPr/>
        </p:nvSpPr>
        <p:spPr>
          <a:xfrm>
            <a:off x="3352800" y="-67"/>
            <a:ext cx="8839200" cy="6858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97294563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subtitle, 1 column — background image">
  <p:cSld name="23: Title only, subtitle, 1 column — background image">
    <p:spTree>
      <p:nvGrpSpPr>
        <p:cNvPr id="1" name="Shape 2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9" name="Google Shape;2399;p104"/>
          <p:cNvSpPr>
            <a:spLocks noGrp="1"/>
          </p:cNvSpPr>
          <p:nvPr>
            <p:ph type="pic" idx="2"/>
          </p:nvPr>
        </p:nvSpPr>
        <p:spPr>
          <a:xfrm>
            <a:off x="12300" y="-12300"/>
            <a:ext cx="12192000" cy="6858000"/>
          </a:xfrm>
          <a:prstGeom prst="rect">
            <a:avLst/>
          </a:prstGeom>
          <a:noFill/>
          <a:ln>
            <a:noFill/>
          </a:ln>
        </p:spPr>
      </p:sp>
      <p:sp>
        <p:nvSpPr>
          <p:cNvPr id="2400" name="Google Shape;2400;p104"/>
          <p:cNvSpPr txBox="1">
            <a:spLocks noGrp="1"/>
          </p:cNvSpPr>
          <p:nvPr>
            <p:ph type="title"/>
          </p:nvPr>
        </p:nvSpPr>
        <p:spPr>
          <a:xfrm>
            <a:off x="426900" y="426733"/>
            <a:ext cx="3352800" cy="115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4267">
                <a:highlight>
                  <a:schemeClr val="accent1"/>
                </a:highlight>
              </a:defRPr>
            </a:lvl2pPr>
            <a:lvl3pPr lvl="2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200"/>
              <a:buNone/>
              <a:defRPr sz="4267">
                <a:highlight>
                  <a:schemeClr val="accent1"/>
                </a:highlight>
              </a:defRPr>
            </a:lvl3pPr>
            <a:lvl4pPr lvl="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200"/>
              <a:buNone/>
              <a:defRPr sz="4267">
                <a:highlight>
                  <a:schemeClr val="accent1"/>
                </a:highlight>
              </a:defRPr>
            </a:lvl4pPr>
            <a:lvl5pPr lvl="4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200"/>
              <a:buNone/>
              <a:defRPr sz="4267">
                <a:highlight>
                  <a:schemeClr val="accent1"/>
                </a:highlight>
              </a:defRPr>
            </a:lvl5pPr>
            <a:lvl6pPr lvl="5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200"/>
              <a:buNone/>
              <a:defRPr sz="4267">
                <a:highlight>
                  <a:schemeClr val="accent1"/>
                </a:highlight>
              </a:defRPr>
            </a:lvl6pPr>
            <a:lvl7pPr lvl="6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200"/>
              <a:buNone/>
              <a:defRPr sz="4267">
                <a:highlight>
                  <a:schemeClr val="accent1"/>
                </a:highlight>
              </a:defRPr>
            </a:lvl7pPr>
            <a:lvl8pPr lvl="7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SzPts val="3200"/>
              <a:buNone/>
              <a:defRPr sz="4267">
                <a:highlight>
                  <a:schemeClr val="accent1"/>
                </a:highlight>
              </a:defRPr>
            </a:lvl8pPr>
            <a:lvl9pPr lvl="8" algn="l">
              <a:lnSpc>
                <a:spcPct val="90000"/>
              </a:lnSpc>
              <a:spcBef>
                <a:spcPts val="1067"/>
              </a:spcBef>
              <a:spcAft>
                <a:spcPts val="1067"/>
              </a:spcAft>
              <a:buSzPts val="3200"/>
              <a:buNone/>
              <a:defRPr sz="4267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401" name="Google Shape;2401;p104"/>
          <p:cNvSpPr txBox="1">
            <a:spLocks noGrp="1"/>
          </p:cNvSpPr>
          <p:nvPr>
            <p:ph type="subTitle" idx="1"/>
          </p:nvPr>
        </p:nvSpPr>
        <p:spPr>
          <a:xfrm>
            <a:off x="426733" y="1585933"/>
            <a:ext cx="3352800" cy="160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algn="l">
              <a:lnSpc>
                <a:spcPct val="90000"/>
              </a:lnSpc>
              <a:spcBef>
                <a:spcPts val="1067"/>
              </a:spcBef>
              <a:spcAft>
                <a:spcPts val="1067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6176619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 options divider — choose from following templates →">
  <p:cSld name="23: Quote slide options divider — choose from following templates →">
    <p:bg>
      <p:bgPr>
        <a:solidFill>
          <a:schemeClr val="lt2"/>
        </a:solidFill>
        <a:effectLst/>
      </p:bgPr>
    </p:bg>
    <p:spTree>
      <p:nvGrpSpPr>
        <p:cNvPr id="1" name="Shape 2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3" name="Google Shape;2403;p105"/>
          <p:cNvSpPr txBox="1"/>
          <p:nvPr/>
        </p:nvSpPr>
        <p:spPr>
          <a:xfrm>
            <a:off x="3215633" y="2107071"/>
            <a:ext cx="8384400" cy="26591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200"/>
              <a:buFont typeface="Arial"/>
              <a:buNone/>
            </a:pPr>
            <a:r>
              <a:rPr lang="en-US" sz="9600" b="1" i="0" u="none" strike="noStrike" cap="none">
                <a:solidFill>
                  <a:srgbClr val="FFFFFF"/>
                </a:solidFill>
                <a:highlight>
                  <a:schemeClr val="dk1"/>
                </a:highlight>
                <a:latin typeface="Arial"/>
                <a:ea typeface="Arial"/>
                <a:cs typeface="Arial"/>
                <a:sym typeface="Arial"/>
              </a:rPr>
              <a:t>Quote slide options</a:t>
            </a:r>
            <a:endParaRPr sz="9600" b="1" i="0" u="none" strike="noStrike" cap="none">
              <a:solidFill>
                <a:srgbClr val="FFFFFF"/>
              </a:solidFill>
              <a:highlight>
                <a:schemeClr val="dk1"/>
              </a:highlight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105"/>
          <p:cNvSpPr/>
          <p:nvPr/>
        </p:nvSpPr>
        <p:spPr>
          <a:xfrm>
            <a:off x="0" y="0"/>
            <a:ext cx="2891200" cy="68580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89152478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black">
  <p:cSld name="23: Quote slide: Text, title — black">
    <p:spTree>
      <p:nvGrpSpPr>
        <p:cNvPr id="1" name="Shape 2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" name="Google Shape;2406;p106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407" name="Google Shape;2407;p106"/>
          <p:cNvSpPr txBox="1">
            <a:spLocks noGrp="1"/>
          </p:cNvSpPr>
          <p:nvPr>
            <p:ph type="body" idx="1"/>
          </p:nvPr>
        </p:nvSpPr>
        <p:spPr>
          <a:xfrm>
            <a:off x="1682500" y="2295169"/>
            <a:ext cx="7683600" cy="415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 b="1"/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 b="1"/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 b="1"/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 b="1"/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 b="1"/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 b="1"/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 b="1"/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  <p:sp>
        <p:nvSpPr>
          <p:cNvPr id="2408" name="Google Shape;2408;p106"/>
          <p:cNvSpPr txBox="1"/>
          <p:nvPr/>
        </p:nvSpPr>
        <p:spPr>
          <a:xfrm>
            <a:off x="288688" y="1223379"/>
            <a:ext cx="1492000" cy="104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-US" sz="200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200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7246940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maroon">
  <p:cSld name="23: Quote slide: Text, title — maroon">
    <p:spTree>
      <p:nvGrpSpPr>
        <p:cNvPr id="1" name="Shape 2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0" name="Google Shape;2410;p107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11" name="Google Shape;2411;p107"/>
          <p:cNvSpPr txBox="1"/>
          <p:nvPr/>
        </p:nvSpPr>
        <p:spPr>
          <a:xfrm>
            <a:off x="288688" y="1223379"/>
            <a:ext cx="1492000" cy="104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-US" sz="20000" b="1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20000" b="1" i="0" u="none" strike="noStrike" cap="none">
              <a:solidFill>
                <a:schemeClr val="accent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107"/>
          <p:cNvSpPr txBox="1">
            <a:spLocks noGrp="1"/>
          </p:cNvSpPr>
          <p:nvPr>
            <p:ph type="body" idx="1"/>
          </p:nvPr>
        </p:nvSpPr>
        <p:spPr>
          <a:xfrm>
            <a:off x="1682500" y="2295169"/>
            <a:ext cx="7683600" cy="415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7412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1219170" lvl="1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 b="1"/>
            </a:lvl2pPr>
            <a:lvl3pPr marL="1828754" lvl="2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 b="1"/>
            </a:lvl3pPr>
            <a:lvl4pPr marL="2438339" lvl="3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 b="1"/>
            </a:lvl4pPr>
            <a:lvl5pPr marL="3047924" lvl="4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 b="1"/>
            </a:lvl5pPr>
            <a:lvl6pPr marL="3657509" lvl="5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■"/>
              <a:defRPr b="1"/>
            </a:lvl6pPr>
            <a:lvl7pPr marL="4267093" lvl="6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●"/>
              <a:defRPr b="1"/>
            </a:lvl7pPr>
            <a:lvl8pPr marL="4876678" lvl="7" indent="-474121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000"/>
              <a:buChar char="○"/>
              <a:defRPr b="1"/>
            </a:lvl8pPr>
            <a:lvl9pPr marL="5486263" lvl="8" indent="-474121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86427700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left — photo background">
  <p:cSld name="23: Quote slide: Text, title, left — photo background">
    <p:spTree>
      <p:nvGrpSpPr>
        <p:cNvPr id="1" name="Shape 2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4" name="Google Shape;2414;p108"/>
          <p:cNvSpPr>
            <a:spLocks noGrp="1"/>
          </p:cNvSpPr>
          <p:nvPr>
            <p:ph type="pic" idx="2"/>
          </p:nvPr>
        </p:nvSpPr>
        <p:spPr>
          <a:xfrm>
            <a:off x="-54933" y="-50100"/>
            <a:ext cx="12337600" cy="6939600"/>
          </a:xfrm>
          <a:prstGeom prst="rect">
            <a:avLst/>
          </a:prstGeom>
          <a:noFill/>
          <a:ln>
            <a:noFill/>
          </a:ln>
        </p:spPr>
      </p:sp>
      <p:sp>
        <p:nvSpPr>
          <p:cNvPr id="2415" name="Google Shape;2415;p108"/>
          <p:cNvSpPr txBox="1">
            <a:spLocks noGrp="1"/>
          </p:cNvSpPr>
          <p:nvPr>
            <p:ph type="body" idx="1"/>
          </p:nvPr>
        </p:nvSpPr>
        <p:spPr>
          <a:xfrm>
            <a:off x="566524" y="651551"/>
            <a:ext cx="5163200" cy="4724400"/>
          </a:xfrm>
          <a:prstGeom prst="rect">
            <a:avLst/>
          </a:prstGeom>
          <a:solidFill>
            <a:srgbClr val="191919">
              <a:alpha val="74117"/>
            </a:srgbClr>
          </a:solidFill>
          <a:ln>
            <a:noFill/>
          </a:ln>
        </p:spPr>
        <p:txBody>
          <a:bodyPr spcFirstLastPara="1" wrap="square" lIns="365750" tIns="182875" rIns="91425" bIns="182875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2133" b="1">
                <a:solidFill>
                  <a:schemeClr val="lt1"/>
                </a:solidFill>
              </a:defRPr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416" name="Google Shape;2416;p108"/>
          <p:cNvSpPr txBox="1"/>
          <p:nvPr/>
        </p:nvSpPr>
        <p:spPr>
          <a:xfrm>
            <a:off x="-137864" y="-300621"/>
            <a:ext cx="1492000" cy="104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-US" sz="20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20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74996076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right — photo background">
  <p:cSld name="23: Quote slide: Text, title, right — photo background">
    <p:spTree>
      <p:nvGrpSpPr>
        <p:cNvPr id="1" name="Shape 2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8" name="Google Shape;2418;p109"/>
          <p:cNvSpPr>
            <a:spLocks noGrp="1"/>
          </p:cNvSpPr>
          <p:nvPr>
            <p:ph type="pic" idx="2"/>
          </p:nvPr>
        </p:nvSpPr>
        <p:spPr>
          <a:xfrm>
            <a:off x="-63500" y="-54933"/>
            <a:ext cx="12369600" cy="6958000"/>
          </a:xfrm>
          <a:prstGeom prst="rect">
            <a:avLst/>
          </a:prstGeom>
          <a:noFill/>
          <a:ln>
            <a:noFill/>
          </a:ln>
        </p:spPr>
      </p:sp>
      <p:sp>
        <p:nvSpPr>
          <p:cNvPr id="2419" name="Google Shape;2419;p109"/>
          <p:cNvSpPr txBox="1">
            <a:spLocks noGrp="1"/>
          </p:cNvSpPr>
          <p:nvPr>
            <p:ph type="body" idx="1"/>
          </p:nvPr>
        </p:nvSpPr>
        <p:spPr>
          <a:xfrm>
            <a:off x="6574359" y="651551"/>
            <a:ext cx="5163200" cy="4724400"/>
          </a:xfrm>
          <a:prstGeom prst="rect">
            <a:avLst/>
          </a:prstGeom>
          <a:solidFill>
            <a:srgbClr val="191919">
              <a:alpha val="74117"/>
            </a:srgbClr>
          </a:solidFill>
          <a:ln>
            <a:noFill/>
          </a:ln>
        </p:spPr>
        <p:txBody>
          <a:bodyPr spcFirstLastPara="1" wrap="square" lIns="365750" tIns="182875" rIns="91425" bIns="182875" anchor="t" anchorCtr="0">
            <a:noAutofit/>
          </a:bodyPr>
          <a:lstStyle>
            <a:lvl1pPr marL="609585" lvl="0" indent="-44025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2133" b="1">
                <a:solidFill>
                  <a:schemeClr val="lt1"/>
                </a:solidFill>
              </a:defRPr>
            </a:lvl1pPr>
            <a:lvl2pPr marL="1219170" lvl="1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2420" name="Google Shape;2420;p109"/>
          <p:cNvSpPr txBox="1"/>
          <p:nvPr/>
        </p:nvSpPr>
        <p:spPr>
          <a:xfrm>
            <a:off x="5869971" y="-300621"/>
            <a:ext cx="1492000" cy="104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-US" sz="20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20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027291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slide options divider &gt;&gt;&gt; choose from following templates →">
  <p:cSld name="23: z-Blank slide options divider &gt;&gt;&gt; choose from following templates →">
    <p:bg>
      <p:bgPr>
        <a:solidFill>
          <a:schemeClr val="lt2"/>
        </a:solidFill>
        <a:effectLst/>
      </p:bgPr>
    </p:bg>
    <p:spTree>
      <p:nvGrpSpPr>
        <p:cNvPr id="1" name="Shape 2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2" name="Google Shape;2422;p110"/>
          <p:cNvSpPr txBox="1"/>
          <p:nvPr/>
        </p:nvSpPr>
        <p:spPr>
          <a:xfrm>
            <a:off x="3215633" y="2107071"/>
            <a:ext cx="8384400" cy="26591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200"/>
              <a:buFont typeface="Arial"/>
              <a:buNone/>
            </a:pPr>
            <a:r>
              <a:rPr lang="en-US" sz="9600" b="1" i="0" u="none" strike="noStrike" cap="none">
                <a:solidFill>
                  <a:srgbClr val="FFFFFF"/>
                </a:solidFill>
                <a:highlight>
                  <a:schemeClr val="dk1"/>
                </a:highlight>
                <a:latin typeface="Arial"/>
                <a:ea typeface="Arial"/>
                <a:cs typeface="Arial"/>
                <a:sym typeface="Arial"/>
              </a:rPr>
              <a:t>Blank slide options</a:t>
            </a:r>
            <a:endParaRPr sz="9600" b="1" i="0" u="none" strike="noStrike" cap="none">
              <a:solidFill>
                <a:srgbClr val="FFFFFF"/>
              </a:solidFill>
              <a:highlight>
                <a:schemeClr val="dk1"/>
              </a:highlight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3" name="Google Shape;2423;p110"/>
          <p:cNvSpPr/>
          <p:nvPr/>
        </p:nvSpPr>
        <p:spPr>
          <a:xfrm>
            <a:off x="0" y="0"/>
            <a:ext cx="2891200" cy="68580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93708155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white">
  <p:cSld name="23: z-Blank — white">
    <p:spTree>
      <p:nvGrpSpPr>
        <p:cNvPr id="1" name="Shape 242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1007314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black">
  <p:cSld name="23: z-Blank — black">
    <p:bg>
      <p:bgPr>
        <a:solidFill>
          <a:schemeClr val="dk1"/>
        </a:solidFill>
        <a:effectLst/>
      </p:bgPr>
    </p:bg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9857466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gold">
  <p:cSld name="23: z-Blank — gold">
    <p:bg>
      <p:bgPr>
        <a:solidFill>
          <a:schemeClr val="accent1"/>
        </a:solidFill>
        <a:effectLst/>
      </p:bgPr>
    </p:bg>
    <p:spTree>
      <p:nvGrpSpPr>
        <p:cNvPr id="1" name="Shape 242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07005550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maroon">
  <p:cSld name="23: z-Blank — maroon">
    <p:bg>
      <p:bgPr>
        <a:solidFill>
          <a:schemeClr val="accent2"/>
        </a:solidFill>
        <a:effectLst/>
      </p:bgPr>
    </p:bg>
    <p:spTree>
      <p:nvGrpSpPr>
        <p:cNvPr id="1" name="Shape 242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019701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background">
  <p:cSld name="23: z-Blank — photo background">
    <p:spTree>
      <p:nvGrpSpPr>
        <p:cNvPr id="1" name="Shape 2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9" name="Google Shape;2429;p115"/>
          <p:cNvSpPr>
            <a:spLocks noGrp="1"/>
          </p:cNvSpPr>
          <p:nvPr>
            <p:ph type="pic" idx="2"/>
          </p:nvPr>
        </p:nvSpPr>
        <p:spPr>
          <a:xfrm>
            <a:off x="-39067" y="-41200"/>
            <a:ext cx="12243200" cy="68868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21373575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white">
  <p:cSld name="23: z-Blank with logo — white">
    <p:spTree>
      <p:nvGrpSpPr>
        <p:cNvPr id="1" name="Shape 2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31" name="Google Shape;2431;p11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10490281" y="5781523"/>
            <a:ext cx="1319400" cy="86813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87925045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black">
  <p:cSld name="23: z-Blank with logo — black">
    <p:bg>
      <p:bgPr>
        <a:solidFill>
          <a:schemeClr val="dk1"/>
        </a:solidFill>
        <a:effectLst/>
      </p:bgPr>
    </p:bg>
    <p:spTree>
      <p:nvGrpSpPr>
        <p:cNvPr id="1" name="Shape 2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33" name="Google Shape;2433;p117"/>
          <p:cNvPicPr preferRelativeResize="0"/>
          <p:nvPr/>
        </p:nvPicPr>
        <p:blipFill rotWithShape="1">
          <a:blip r:embed="rId2">
            <a:alphaModFix/>
          </a:blip>
          <a:srcRect l="7060" t="13181" r="5885" b="8920"/>
          <a:stretch/>
        </p:blipFill>
        <p:spPr>
          <a:xfrm>
            <a:off x="10619234" y="5905300"/>
            <a:ext cx="1240599" cy="65206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0460879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gold">
  <p:cSld name="23: z-Blank with logo — gold">
    <p:bg>
      <p:bgPr>
        <a:solidFill>
          <a:schemeClr val="accent1"/>
        </a:solidFill>
        <a:effectLst/>
      </p:bgPr>
    </p:bg>
    <p:spTree>
      <p:nvGrpSpPr>
        <p:cNvPr id="1" name="Shape 2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35" name="Google Shape;2435;p11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10490281" y="5781523"/>
            <a:ext cx="1319400" cy="86813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12345616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maroon">
  <p:cSld name="23: z-Blank with logo — maroon">
    <p:bg>
      <p:bgPr>
        <a:solidFill>
          <a:schemeClr val="accent2"/>
        </a:solidFill>
        <a:effectLst/>
      </p:bgPr>
    </p:bg>
    <p:spTree>
      <p:nvGrpSpPr>
        <p:cNvPr id="1" name="Shape 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37" name="Google Shape;2437;p119"/>
          <p:cNvPicPr preferRelativeResize="0"/>
          <p:nvPr/>
        </p:nvPicPr>
        <p:blipFill rotWithShape="1">
          <a:blip r:embed="rId2">
            <a:alphaModFix/>
          </a:blip>
          <a:srcRect l="7060" t="13181" r="5885" b="8920"/>
          <a:stretch/>
        </p:blipFill>
        <p:spPr>
          <a:xfrm>
            <a:off x="10619234" y="5905300"/>
            <a:ext cx="1240599" cy="65206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24044085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photo background">
  <p:cSld name="23: z-Blank with logo — photo background">
    <p:spTree>
      <p:nvGrpSpPr>
        <p:cNvPr id="1" name="Shape 2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9" name="Google Shape;2439;p120"/>
          <p:cNvSpPr>
            <a:spLocks noGrp="1"/>
          </p:cNvSpPr>
          <p:nvPr>
            <p:ph type="pic" idx="2"/>
          </p:nvPr>
        </p:nvSpPr>
        <p:spPr>
          <a:xfrm>
            <a:off x="-63500" y="-54933"/>
            <a:ext cx="12268000" cy="6900800"/>
          </a:xfrm>
          <a:prstGeom prst="rect">
            <a:avLst/>
          </a:prstGeom>
          <a:noFill/>
          <a:ln>
            <a:noFill/>
          </a:ln>
        </p:spPr>
      </p:sp>
      <p:sp>
        <p:nvSpPr>
          <p:cNvPr id="2440" name="Google Shape;2440;p120"/>
          <p:cNvSpPr/>
          <p:nvPr/>
        </p:nvSpPr>
        <p:spPr>
          <a:xfrm>
            <a:off x="10504433" y="5866500"/>
            <a:ext cx="1712800" cy="7212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2441" name="Google Shape;2441;p120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10490281" y="5781523"/>
            <a:ext cx="1319400" cy="86813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90102987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white">
  <p:cSld name="23: z-Blank, A Mountain topographical map pattern — white">
    <p:spTree>
      <p:nvGrpSpPr>
        <p:cNvPr id="1" name="Shape 2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43" name="Google Shape;2443;p1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" y="-2966"/>
            <a:ext cx="12192004" cy="686393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83434348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white">
  <p:cSld name="23: z-Blank, Learn to Thrive Morse code pattern — white">
    <p:spTree>
      <p:nvGrpSpPr>
        <p:cNvPr id="1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45" name="Google Shape;2445;p122"/>
          <p:cNvPicPr preferRelativeResize="0"/>
          <p:nvPr/>
        </p:nvPicPr>
        <p:blipFill rotWithShape="1">
          <a:blip r:embed="rId2">
            <a:alphaModFix/>
          </a:blip>
          <a:srcRect l="20" r="30"/>
          <a:stretch/>
        </p:blipFill>
        <p:spPr>
          <a:xfrm>
            <a:off x="1" y="-2966"/>
            <a:ext cx="12192004" cy="686126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22750568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black">
  <p:cSld name="23: z-Blank, A Mountain topographical map pattern — black">
    <p:bg>
      <p:bgPr>
        <a:solidFill>
          <a:schemeClr val="dk1"/>
        </a:solidFill>
        <a:effectLst/>
      </p:bgPr>
    </p:bg>
    <p:spTree>
      <p:nvGrpSpPr>
        <p:cNvPr id="1" name="Shape 2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47" name="Google Shape;2447;p123"/>
          <p:cNvPicPr preferRelativeResize="0"/>
          <p:nvPr/>
        </p:nvPicPr>
        <p:blipFill rotWithShape="1">
          <a:blip r:embed="rId2">
            <a:alphaModFix/>
          </a:blip>
          <a:srcRect l="20" r="20"/>
          <a:stretch/>
        </p:blipFill>
        <p:spPr>
          <a:xfrm>
            <a:off x="1" y="-7449"/>
            <a:ext cx="12192004" cy="686683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43353916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black">
  <p:cSld name="23: z-Blank, Learn to Thrive Morse code pattern — black">
    <p:bg>
      <p:bgPr>
        <a:solidFill>
          <a:schemeClr val="dk1"/>
        </a:solidFill>
        <a:effectLst/>
      </p:bgPr>
    </p:bg>
    <p:spTree>
      <p:nvGrpSpPr>
        <p:cNvPr id="1" name="Shape 2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49" name="Google Shape;2449;p124"/>
          <p:cNvPicPr preferRelativeResize="0"/>
          <p:nvPr/>
        </p:nvPicPr>
        <p:blipFill rotWithShape="1">
          <a:blip r:embed="rId2">
            <a:alphaModFix/>
          </a:blip>
          <a:srcRect l="40" r="50"/>
          <a:stretch/>
        </p:blipFill>
        <p:spPr>
          <a:xfrm>
            <a:off x="1" y="-2966"/>
            <a:ext cx="12192004" cy="6864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0892433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black">
  <p:cSld name="23: z-Blank, with network pattern, black">
    <p:bg>
      <p:bgPr>
        <a:solidFill>
          <a:schemeClr val="dk1"/>
        </a:solidFill>
        <a:effectLst/>
      </p:bgPr>
    </p:bg>
    <p:spTree>
      <p:nvGrpSpPr>
        <p:cNvPr id="1" name="Shape 2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1" name="Google Shape;2451;p125"/>
          <p:cNvPicPr preferRelativeResize="0"/>
          <p:nvPr/>
        </p:nvPicPr>
        <p:blipFill rotWithShape="1">
          <a:blip r:embed="rId2">
            <a:alphaModFix/>
          </a:blip>
          <a:srcRect l="50" r="60"/>
          <a:stretch/>
        </p:blipFill>
        <p:spPr>
          <a:xfrm>
            <a:off x="1" y="-2966"/>
            <a:ext cx="12192004" cy="686550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94612721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white">
  <p:cSld name="23: z-Blank, with A Mountain topo pattern edges, white">
    <p:spTree>
      <p:nvGrpSpPr>
        <p:cNvPr id="1" name="Shape 2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3" name="Google Shape;2453;p126"/>
          <p:cNvGrpSpPr/>
          <p:nvPr/>
        </p:nvGrpSpPr>
        <p:grpSpPr>
          <a:xfrm>
            <a:off x="6447084" y="-2947847"/>
            <a:ext cx="9525000" cy="6013067"/>
            <a:chOff x="238125" y="602600"/>
            <a:chExt cx="7143750" cy="4509800"/>
          </a:xfrm>
        </p:grpSpPr>
        <p:sp>
          <p:nvSpPr>
            <p:cNvPr id="2454" name="Google Shape;2454;p12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12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12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12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12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12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12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12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12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12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12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12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12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12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12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12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12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12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12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12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12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12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12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12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12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12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12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12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12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12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12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12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12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12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12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12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12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12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12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12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12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12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12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12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12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12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12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12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12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12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12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12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12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12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12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12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12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12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12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12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12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12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12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12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12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12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12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12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12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12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12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12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12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12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12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12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12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12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12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12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12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12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12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12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12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12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12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12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12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12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12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12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12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12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12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12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12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12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12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12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12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12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12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12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12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12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12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12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12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12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12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12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12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12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12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12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12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12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12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12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12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12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12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12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12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12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12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12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12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12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12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12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12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12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12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12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12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12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12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12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12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12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12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12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12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12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12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12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12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12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12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12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12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12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12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12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12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12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12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12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12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12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12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12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12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12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12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12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12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12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12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12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12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12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12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12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12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12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12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12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12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12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12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12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12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12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12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12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12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12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12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12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12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12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12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12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12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12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12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12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12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12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12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12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12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12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12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12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12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12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12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12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12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12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12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12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12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12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12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12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12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12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12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12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12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12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12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12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12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12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12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12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12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12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12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12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12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12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12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12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12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12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12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12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12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12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12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12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12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12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12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12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12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12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12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12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12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12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12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12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12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12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12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12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12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12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12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12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12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12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12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12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12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12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12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12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12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12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12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12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12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12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12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12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12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12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12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12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12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12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12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12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12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12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12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12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12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12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12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12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12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12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12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12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12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12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12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12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12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12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12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12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12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12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12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12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12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12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12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12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12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12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12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12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12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12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12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12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12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12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12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12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12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12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12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12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12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12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12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12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12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12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12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12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12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12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12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12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12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12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12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12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12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12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12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12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12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12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12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12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12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12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12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12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12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12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12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12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12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12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12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12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12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12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12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12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12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12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12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12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12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12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12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12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12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12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12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12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12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12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12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12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12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12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12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12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12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12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12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12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12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12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12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12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12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12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12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12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12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12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12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12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12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12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12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12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12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12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12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12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12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12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12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12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12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12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12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12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12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12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12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12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12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12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12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12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12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12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12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12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12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12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12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12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12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12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12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12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12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12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12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12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12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12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12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12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12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12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12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12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12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12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12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12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12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12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12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12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12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12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12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12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12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12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28" name="Google Shape;2928;p126"/>
          <p:cNvGrpSpPr/>
          <p:nvPr/>
        </p:nvGrpSpPr>
        <p:grpSpPr>
          <a:xfrm>
            <a:off x="-6324600" y="2625566"/>
            <a:ext cx="9525000" cy="6013067"/>
            <a:chOff x="238125" y="602600"/>
            <a:chExt cx="7143750" cy="4509800"/>
          </a:xfrm>
        </p:grpSpPr>
        <p:sp>
          <p:nvSpPr>
            <p:cNvPr id="2929" name="Google Shape;2929;p12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12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12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12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12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12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12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12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12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12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12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12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12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12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12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12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12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12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12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12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12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12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12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12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12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12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12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12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12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12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12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12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12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12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12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12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12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12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12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12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12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12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12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12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12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12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12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12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12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12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12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12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12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12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12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12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12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12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12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12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12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12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12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12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12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12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12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12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12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12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12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12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12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12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12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12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12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12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12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12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12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12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12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12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12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12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12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12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12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12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12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12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12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12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12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12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12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12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12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12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12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12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12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12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12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12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12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12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12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12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12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12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12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12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12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12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12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12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12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12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12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12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12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12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12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12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12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12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12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12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12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12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12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12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12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12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12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12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12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12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12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12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12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12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12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12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12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12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12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12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12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12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12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12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12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12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12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12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12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12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12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12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12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12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12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12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12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12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12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12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12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12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12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12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12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12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12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12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12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12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12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12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12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12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12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12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12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12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12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12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12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12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12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12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12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12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12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12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12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12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12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12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12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12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12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12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12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12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12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12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12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12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12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12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12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12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12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12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12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12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12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12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12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12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12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12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12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12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12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12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12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12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12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12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12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12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12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12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12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12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12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12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12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12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12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12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12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12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12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12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12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12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12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12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12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12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12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12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12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12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12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12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12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12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12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12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12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12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12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12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12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12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12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12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12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12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12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12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12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12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12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12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12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12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12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12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12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12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12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12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12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12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12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12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12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12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12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12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12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12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12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12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12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12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12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12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12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12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12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12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12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12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12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12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12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12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12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12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12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12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12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12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12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12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12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12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12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12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12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12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12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12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12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12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12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12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12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12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12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12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12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12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12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12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12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12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12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12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12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12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12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12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12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12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12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12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12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12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12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12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12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12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12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12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12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12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12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12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12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12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12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12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12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12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12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12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12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12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12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12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12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12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12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12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12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12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12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12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12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12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12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12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12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12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12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12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12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12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12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12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12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12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12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12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12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12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12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12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12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12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12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12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12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12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12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12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12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12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12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12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12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12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12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12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12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12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12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12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12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12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12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12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12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12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12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12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12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12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12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12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12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12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12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12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12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12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12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12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12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12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12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12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12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12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12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12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12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12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12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12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12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12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12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12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12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12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12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12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12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12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12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12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12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12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03" name="Google Shape;3403;p126"/>
          <p:cNvSpPr/>
          <p:nvPr/>
        </p:nvSpPr>
        <p:spPr>
          <a:xfrm>
            <a:off x="-6817700" y="6858000"/>
            <a:ext cx="132648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4" name="Google Shape;3404;p126"/>
          <p:cNvSpPr/>
          <p:nvPr/>
        </p:nvSpPr>
        <p:spPr>
          <a:xfrm>
            <a:off x="-6817700" y="-841700"/>
            <a:ext cx="6817600" cy="83700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5" name="Google Shape;3405;p126"/>
          <p:cNvSpPr/>
          <p:nvPr/>
        </p:nvSpPr>
        <p:spPr>
          <a:xfrm>
            <a:off x="-727100" y="-4351509"/>
            <a:ext cx="166992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6" name="Google Shape;3406;p126"/>
          <p:cNvSpPr/>
          <p:nvPr/>
        </p:nvSpPr>
        <p:spPr>
          <a:xfrm>
            <a:off x="12192100" y="-1697433"/>
            <a:ext cx="13264800" cy="9565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47523535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white">
  <p:cSld name="23: z-Blank, with ASU Learn to Thrive Morse code pattern edges, white">
    <p:spTree>
      <p:nvGrpSpPr>
        <p:cNvPr id="1" name="Shape 3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8" name="Google Shape;3408;p127"/>
          <p:cNvGrpSpPr/>
          <p:nvPr/>
        </p:nvGrpSpPr>
        <p:grpSpPr>
          <a:xfrm>
            <a:off x="6096002" y="297402"/>
            <a:ext cx="12358729" cy="723572"/>
            <a:chOff x="-62524" y="217501"/>
            <a:chExt cx="9269047" cy="542679"/>
          </a:xfrm>
        </p:grpSpPr>
        <p:sp>
          <p:nvSpPr>
            <p:cNvPr id="3409" name="Google Shape;3409;p127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127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11" name="Google Shape;3411;p127"/>
          <p:cNvGrpSpPr/>
          <p:nvPr/>
        </p:nvGrpSpPr>
        <p:grpSpPr>
          <a:xfrm>
            <a:off x="-6262731" y="5837035"/>
            <a:ext cx="12358729" cy="723572"/>
            <a:chOff x="-62524" y="217501"/>
            <a:chExt cx="9269047" cy="542679"/>
          </a:xfrm>
        </p:grpSpPr>
        <p:sp>
          <p:nvSpPr>
            <p:cNvPr id="3412" name="Google Shape;3412;p127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127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14" name="Google Shape;3414;p127"/>
          <p:cNvSpPr/>
          <p:nvPr/>
        </p:nvSpPr>
        <p:spPr>
          <a:xfrm>
            <a:off x="-1426033" y="-4351033"/>
            <a:ext cx="176820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15" name="Google Shape;3415;p127"/>
          <p:cNvSpPr/>
          <p:nvPr/>
        </p:nvSpPr>
        <p:spPr>
          <a:xfrm>
            <a:off x="12192000" y="-1725633"/>
            <a:ext cx="13264800" cy="9565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16" name="Google Shape;3416;p127"/>
          <p:cNvSpPr/>
          <p:nvPr/>
        </p:nvSpPr>
        <p:spPr>
          <a:xfrm>
            <a:off x="-6817700" y="6858000"/>
            <a:ext cx="192600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17" name="Google Shape;3417;p127"/>
          <p:cNvSpPr/>
          <p:nvPr/>
        </p:nvSpPr>
        <p:spPr>
          <a:xfrm>
            <a:off x="-6817700" y="-1087767"/>
            <a:ext cx="6817600" cy="83700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17229019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, white">
  <p:cSld name="23: z-Blank, with ASU network pattern edges, white">
    <p:spTree>
      <p:nvGrpSpPr>
        <p:cNvPr id="1" name="Shape 3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19" name="Google Shape;3419;p128"/>
          <p:cNvGrpSpPr/>
          <p:nvPr/>
        </p:nvGrpSpPr>
        <p:grpSpPr>
          <a:xfrm rot="10218403">
            <a:off x="-901134" y="-1683923"/>
            <a:ext cx="4352407" cy="3880609"/>
            <a:chOff x="1572350" y="1151675"/>
            <a:chExt cx="4851050" cy="4325200"/>
          </a:xfrm>
        </p:grpSpPr>
        <p:sp>
          <p:nvSpPr>
            <p:cNvPr id="3420" name="Google Shape;3420;p128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128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128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128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128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128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128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128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128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128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128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128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128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128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128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128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128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128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128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128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128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128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128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128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128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128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128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128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128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128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128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128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128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128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128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128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128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128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128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128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128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128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128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128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64" name="Google Shape;3464;p128"/>
          <p:cNvGrpSpPr/>
          <p:nvPr/>
        </p:nvGrpSpPr>
        <p:grpSpPr>
          <a:xfrm>
            <a:off x="8262429" y="3676278"/>
            <a:ext cx="4352363" cy="3880569"/>
            <a:chOff x="1572350" y="1151675"/>
            <a:chExt cx="4851050" cy="4325200"/>
          </a:xfrm>
        </p:grpSpPr>
        <p:sp>
          <p:nvSpPr>
            <p:cNvPr id="3465" name="Google Shape;3465;p128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128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128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128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128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128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128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128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128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128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128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128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128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128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128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128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128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128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128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128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128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128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128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128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128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128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128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128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128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128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128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128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128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128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128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128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128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128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128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128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128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128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128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128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09" name="Google Shape;3509;p128"/>
          <p:cNvGrpSpPr/>
          <p:nvPr/>
        </p:nvGrpSpPr>
        <p:grpSpPr>
          <a:xfrm rot="-2700000">
            <a:off x="15422" y="5303694"/>
            <a:ext cx="2340241" cy="2266247"/>
            <a:chOff x="1196600" y="239100"/>
            <a:chExt cx="2608450" cy="2525975"/>
          </a:xfrm>
        </p:grpSpPr>
        <p:sp>
          <p:nvSpPr>
            <p:cNvPr id="3510" name="Google Shape;3510;p128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128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128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128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128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128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128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128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128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128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128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128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128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128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128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25" name="Google Shape;3525;p128"/>
          <p:cNvSpPr/>
          <p:nvPr/>
        </p:nvSpPr>
        <p:spPr>
          <a:xfrm>
            <a:off x="-443100" y="-4351033"/>
            <a:ext cx="166992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6" name="Google Shape;3526;p128"/>
          <p:cNvSpPr/>
          <p:nvPr/>
        </p:nvSpPr>
        <p:spPr>
          <a:xfrm>
            <a:off x="12192000" y="-1725633"/>
            <a:ext cx="13264800" cy="9565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7" name="Google Shape;3527;p128"/>
          <p:cNvSpPr/>
          <p:nvPr/>
        </p:nvSpPr>
        <p:spPr>
          <a:xfrm>
            <a:off x="-6817700" y="6858000"/>
            <a:ext cx="200728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8" name="Google Shape;3528;p128"/>
          <p:cNvSpPr/>
          <p:nvPr/>
        </p:nvSpPr>
        <p:spPr>
          <a:xfrm>
            <a:off x="-6817700" y="-1087767"/>
            <a:ext cx="6817600" cy="83700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5183470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black">
  <p:cSld name="23: z-Blank, with A Mountain topo pattern edges, black">
    <p:bg>
      <p:bgPr>
        <a:solidFill>
          <a:schemeClr val="dk1"/>
        </a:solidFill>
        <a:effectLst/>
      </p:bgPr>
    </p:bg>
    <p:spTree>
      <p:nvGrpSpPr>
        <p:cNvPr id="1" name="Shape 3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30" name="Google Shape;3530;p129"/>
          <p:cNvGrpSpPr/>
          <p:nvPr/>
        </p:nvGrpSpPr>
        <p:grpSpPr>
          <a:xfrm>
            <a:off x="6447084" y="-2947847"/>
            <a:ext cx="9525000" cy="6013067"/>
            <a:chOff x="238125" y="602600"/>
            <a:chExt cx="7143750" cy="4509800"/>
          </a:xfrm>
        </p:grpSpPr>
        <p:sp>
          <p:nvSpPr>
            <p:cNvPr id="3531" name="Google Shape;3531;p129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129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129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12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12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129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129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129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129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129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129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129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129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129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129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129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129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129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129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129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129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129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129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129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129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129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129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129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129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129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129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129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129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129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129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129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129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129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129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129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129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129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129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129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129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129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129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129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129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129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129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129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129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129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129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129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129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129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129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129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129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129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129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129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129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129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129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129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129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129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129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129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129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129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129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129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129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129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129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129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129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129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129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129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129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129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129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129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129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129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129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129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129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129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129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129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129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129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12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12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129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129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129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129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129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129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129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129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129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129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129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129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129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129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129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129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129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129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129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129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129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129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129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129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129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129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129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129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129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129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129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129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129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129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129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129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129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129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129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129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129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129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129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129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129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129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129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129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129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129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129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129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129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129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129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129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129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129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129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129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129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129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129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129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129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129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129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129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129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129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129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129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129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129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129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129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129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129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129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129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129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129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129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129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129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129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129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129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129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129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129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129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129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129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129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129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129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129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129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129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129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129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129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129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129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129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129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129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129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129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129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129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129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129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129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129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12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12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129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129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129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129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129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129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129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129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129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129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129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129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129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129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129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129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129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129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129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129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129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129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129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129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129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129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129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129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129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129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129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129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129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129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129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129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129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129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129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129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129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129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129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129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129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129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129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129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129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129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129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129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129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129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129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129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129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129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129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129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129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129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129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129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129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129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129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129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129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129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129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129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129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129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129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129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129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129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129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129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" name="Google Shape;3829;p129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" name="Google Shape;3830;p129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" name="Google Shape;3831;p129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" name="Google Shape;3832;p129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129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" name="Google Shape;3834;p129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129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" name="Google Shape;3836;p129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129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129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129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129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129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129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129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129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129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129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129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129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129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0" name="Google Shape;3850;p129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129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2" name="Google Shape;3852;p129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3" name="Google Shape;3853;p129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129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5" name="Google Shape;3855;p129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6" name="Google Shape;3856;p129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7" name="Google Shape;3857;p129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129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129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129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1" name="Google Shape;3861;p129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2" name="Google Shape;3862;p129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3" name="Google Shape;3863;p129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4" name="Google Shape;3864;p129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5" name="Google Shape;3865;p129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129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129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129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129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0" name="Google Shape;3870;p129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129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129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129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129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129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129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129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129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129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129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129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129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129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129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129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6" name="Google Shape;3886;p129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" name="Google Shape;3887;p129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129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129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129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129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129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129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129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129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129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129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129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129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129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129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129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129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129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129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6" name="Google Shape;3906;p129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129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129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129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129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1" name="Google Shape;3911;p129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2" name="Google Shape;3912;p129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3" name="Google Shape;3913;p129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4" name="Google Shape;3914;p129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129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129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129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12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12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129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129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129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129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129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129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129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129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129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129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129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129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129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129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129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129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129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129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129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129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129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129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129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129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129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129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129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129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129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129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129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129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129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129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129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129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129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129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129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129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129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129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129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129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129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129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129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129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8" name="Google Shape;3968;p129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9" name="Google Shape;3969;p129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0" name="Google Shape;3970;p129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1" name="Google Shape;3971;p129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2" name="Google Shape;3972;p129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3" name="Google Shape;3973;p129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4" name="Google Shape;3974;p129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5" name="Google Shape;3975;p129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6" name="Google Shape;3976;p129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7" name="Google Shape;3977;p129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8" name="Google Shape;3978;p129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129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0" name="Google Shape;3980;p129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1" name="Google Shape;3981;p129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2" name="Google Shape;3982;p129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3" name="Google Shape;3983;p129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4" name="Google Shape;3984;p129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5" name="Google Shape;3985;p129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6" name="Google Shape;3986;p129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7" name="Google Shape;3987;p129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8" name="Google Shape;3988;p129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9" name="Google Shape;3989;p129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0" name="Google Shape;3990;p129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1" name="Google Shape;3991;p129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129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3" name="Google Shape;3993;p129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129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129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129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129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129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129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129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129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129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129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4" name="Google Shape;4004;p129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05" name="Google Shape;4005;p129"/>
          <p:cNvGrpSpPr/>
          <p:nvPr/>
        </p:nvGrpSpPr>
        <p:grpSpPr>
          <a:xfrm>
            <a:off x="-6324600" y="2625566"/>
            <a:ext cx="9525000" cy="6013067"/>
            <a:chOff x="238125" y="602600"/>
            <a:chExt cx="7143750" cy="4509800"/>
          </a:xfrm>
        </p:grpSpPr>
        <p:sp>
          <p:nvSpPr>
            <p:cNvPr id="4006" name="Google Shape;4006;p129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129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129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12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0" name="Google Shape;4010;p12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129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129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3" name="Google Shape;4013;p129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4" name="Google Shape;4014;p129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5" name="Google Shape;4015;p129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6" name="Google Shape;4016;p129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129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8" name="Google Shape;4018;p129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9" name="Google Shape;4019;p129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129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129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129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129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129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129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129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129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129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129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129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129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129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129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129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129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129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129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129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129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129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129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129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129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129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129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129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129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129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129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129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129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129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129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129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129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129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129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129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129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129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129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129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129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129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129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129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129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129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129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129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129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129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129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129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129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129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129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129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129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129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129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129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129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129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129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129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129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129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129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129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129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129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129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129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129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129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7" name="Google Shape;4097;p129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8" name="Google Shape;4098;p129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129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0" name="Google Shape;4100;p129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1" name="Google Shape;4101;p129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2" name="Google Shape;4102;p129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3" name="Google Shape;4103;p129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12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12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129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7" name="Google Shape;4107;p129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8" name="Google Shape;4108;p129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129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0" name="Google Shape;4110;p129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1" name="Google Shape;4111;p129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129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129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4" name="Google Shape;4114;p129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5" name="Google Shape;4115;p129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6" name="Google Shape;4116;p129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7" name="Google Shape;4117;p129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8" name="Google Shape;4118;p129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9" name="Google Shape;4119;p129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0" name="Google Shape;4120;p129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129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129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129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129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5" name="Google Shape;4125;p129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6" name="Google Shape;4126;p129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7" name="Google Shape;4127;p129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8" name="Google Shape;4128;p129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129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0" name="Google Shape;4130;p129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1" name="Google Shape;4131;p129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2" name="Google Shape;4132;p129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3" name="Google Shape;4133;p129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129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129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129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7" name="Google Shape;4137;p129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8" name="Google Shape;4138;p129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129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129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129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129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129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129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129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129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129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129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129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129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129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129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129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129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129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129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129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129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129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129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129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129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129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129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129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129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129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129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129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129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129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129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129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129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129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129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129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129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129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129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129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129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129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129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129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129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129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129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129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129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129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129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129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129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129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129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129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129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129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129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129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129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129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129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129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129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129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129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129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129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129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129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129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129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129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129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129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129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129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129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129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12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12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129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129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129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129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129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129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129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129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129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129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129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129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129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129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129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129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129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129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129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129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129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129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129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129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129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129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129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129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129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129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129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129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129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129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129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129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129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129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129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129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129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129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129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129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129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129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129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129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129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129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129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129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129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129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129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129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129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1" name="Google Shape;4281;p129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129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129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129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129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129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129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129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129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129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129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129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129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129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129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129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129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129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129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129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129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129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129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129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129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129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129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129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129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129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129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129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129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129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129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129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129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129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129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129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129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129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129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129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129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129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129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129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129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129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129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129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129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129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129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129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129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129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129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0" name="Google Shape;4340;p129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129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129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129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129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5" name="Google Shape;4345;p129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6" name="Google Shape;4346;p129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129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129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129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129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129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129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129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129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5" name="Google Shape;4355;p129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6" name="Google Shape;4356;p129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7" name="Google Shape;4357;p129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8" name="Google Shape;4358;p129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9" name="Google Shape;4359;p129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0" name="Google Shape;4360;p129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1" name="Google Shape;4361;p129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129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3" name="Google Shape;4363;p129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4" name="Google Shape;4364;p129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5" name="Google Shape;4365;p129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6" name="Google Shape;4366;p129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7" name="Google Shape;4367;p129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129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9" name="Google Shape;4369;p129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0" name="Google Shape;4370;p129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129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129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129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129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5" name="Google Shape;4375;p129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6" name="Google Shape;4376;p129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129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129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129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129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1" name="Google Shape;4381;p129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2" name="Google Shape;4382;p129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3" name="Google Shape;4383;p129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4" name="Google Shape;4384;p129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5" name="Google Shape;4385;p129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6" name="Google Shape;4386;p129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7" name="Google Shape;4387;p129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8" name="Google Shape;4388;p129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9" name="Google Shape;4389;p129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0" name="Google Shape;4390;p129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1" name="Google Shape;4391;p129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2" name="Google Shape;4392;p129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3" name="Google Shape;4393;p12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4" name="Google Shape;4394;p12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5" name="Google Shape;4395;p129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6" name="Google Shape;4396;p129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129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129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129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129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129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129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129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129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129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129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129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129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129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129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129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129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129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129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129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129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129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129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129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129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129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129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129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129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129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129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129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129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129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129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129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129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129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129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129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129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129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129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129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129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129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129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129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129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129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129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129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129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129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129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129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129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129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129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129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129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129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129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9" name="Google Shape;4459;p129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129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129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129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129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129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129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129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129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129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129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129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129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129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129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129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129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129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129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129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129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80" name="Google Shape;4480;p129"/>
          <p:cNvSpPr/>
          <p:nvPr/>
        </p:nvSpPr>
        <p:spPr>
          <a:xfrm>
            <a:off x="-6817700" y="6858000"/>
            <a:ext cx="132648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1" name="Google Shape;4481;p129"/>
          <p:cNvSpPr/>
          <p:nvPr/>
        </p:nvSpPr>
        <p:spPr>
          <a:xfrm>
            <a:off x="-6817700" y="-841700"/>
            <a:ext cx="6817600" cy="83700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2" name="Google Shape;4482;p129"/>
          <p:cNvSpPr/>
          <p:nvPr/>
        </p:nvSpPr>
        <p:spPr>
          <a:xfrm>
            <a:off x="-727100" y="-4351509"/>
            <a:ext cx="166992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3" name="Google Shape;4483;p129"/>
          <p:cNvSpPr/>
          <p:nvPr/>
        </p:nvSpPr>
        <p:spPr>
          <a:xfrm>
            <a:off x="12192100" y="-1697433"/>
            <a:ext cx="13264800" cy="9565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66166384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black">
  <p:cSld name="23: z-Blank, with ASU Learn to Thrive Morse code pattern edges, black">
    <p:bg>
      <p:bgPr>
        <a:solidFill>
          <a:schemeClr val="dk1"/>
        </a:solidFill>
        <a:effectLst/>
      </p:bgPr>
    </p:bg>
    <p:spTree>
      <p:nvGrpSpPr>
        <p:cNvPr id="1" name="Shape 4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85" name="Google Shape;4485;p130"/>
          <p:cNvGrpSpPr/>
          <p:nvPr/>
        </p:nvGrpSpPr>
        <p:grpSpPr>
          <a:xfrm>
            <a:off x="6096002" y="297402"/>
            <a:ext cx="12358729" cy="723572"/>
            <a:chOff x="-62524" y="217501"/>
            <a:chExt cx="9269047" cy="542679"/>
          </a:xfrm>
        </p:grpSpPr>
        <p:sp>
          <p:nvSpPr>
            <p:cNvPr id="4486" name="Google Shape;4486;p130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7" name="Google Shape;4487;p130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88" name="Google Shape;4488;p130"/>
          <p:cNvGrpSpPr/>
          <p:nvPr/>
        </p:nvGrpSpPr>
        <p:grpSpPr>
          <a:xfrm>
            <a:off x="-6262731" y="5837035"/>
            <a:ext cx="12358729" cy="723572"/>
            <a:chOff x="-62524" y="217501"/>
            <a:chExt cx="9269047" cy="542679"/>
          </a:xfrm>
        </p:grpSpPr>
        <p:sp>
          <p:nvSpPr>
            <p:cNvPr id="4489" name="Google Shape;4489;p130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130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91" name="Google Shape;4491;p130"/>
          <p:cNvSpPr/>
          <p:nvPr/>
        </p:nvSpPr>
        <p:spPr>
          <a:xfrm>
            <a:off x="-1426033" y="-4351033"/>
            <a:ext cx="176820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2" name="Google Shape;4492;p130"/>
          <p:cNvSpPr/>
          <p:nvPr/>
        </p:nvSpPr>
        <p:spPr>
          <a:xfrm>
            <a:off x="12192000" y="-1725633"/>
            <a:ext cx="13264800" cy="9565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3" name="Google Shape;4493;p130"/>
          <p:cNvSpPr/>
          <p:nvPr/>
        </p:nvSpPr>
        <p:spPr>
          <a:xfrm>
            <a:off x="-6817700" y="6858000"/>
            <a:ext cx="192600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4" name="Google Shape;4494;p130"/>
          <p:cNvSpPr/>
          <p:nvPr/>
        </p:nvSpPr>
        <p:spPr>
          <a:xfrm>
            <a:off x="-6817700" y="-1087767"/>
            <a:ext cx="6817600" cy="83700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04507445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 — black">
  <p:cSld name="23: z-Blank, with ASU network pattern edges — black">
    <p:bg>
      <p:bgPr>
        <a:solidFill>
          <a:schemeClr val="dk1"/>
        </a:solidFill>
        <a:effectLst/>
      </p:bgPr>
    </p:bg>
    <p:spTree>
      <p:nvGrpSpPr>
        <p:cNvPr id="1" name="Shape 4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96" name="Google Shape;4496;p131"/>
          <p:cNvGrpSpPr/>
          <p:nvPr/>
        </p:nvGrpSpPr>
        <p:grpSpPr>
          <a:xfrm rot="10218403">
            <a:off x="-901134" y="-1683923"/>
            <a:ext cx="4352407" cy="3880609"/>
            <a:chOff x="1572350" y="1151675"/>
            <a:chExt cx="4851050" cy="4325200"/>
          </a:xfrm>
        </p:grpSpPr>
        <p:sp>
          <p:nvSpPr>
            <p:cNvPr id="4497" name="Google Shape;4497;p131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8" name="Google Shape;4498;p131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131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131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131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131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131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131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131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6" name="Google Shape;4506;p131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131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131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131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131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131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131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131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131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131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131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7" name="Google Shape;4517;p131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131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131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131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131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2" name="Google Shape;4522;p131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131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131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131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131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131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131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131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131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131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131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131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131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131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131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131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131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131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131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41" name="Google Shape;4541;p131"/>
          <p:cNvGrpSpPr/>
          <p:nvPr/>
        </p:nvGrpSpPr>
        <p:grpSpPr>
          <a:xfrm>
            <a:off x="8262429" y="3676278"/>
            <a:ext cx="4352363" cy="3880569"/>
            <a:chOff x="1572350" y="1151675"/>
            <a:chExt cx="4851050" cy="4325200"/>
          </a:xfrm>
        </p:grpSpPr>
        <p:sp>
          <p:nvSpPr>
            <p:cNvPr id="4542" name="Google Shape;4542;p131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131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131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131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131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131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131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131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131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131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131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131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131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131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131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131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131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131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131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131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131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131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131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131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131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131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131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131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131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131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131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131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131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131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6" name="Google Shape;4576;p131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131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131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131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131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131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131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131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131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131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86" name="Google Shape;4586;p131"/>
          <p:cNvGrpSpPr/>
          <p:nvPr/>
        </p:nvGrpSpPr>
        <p:grpSpPr>
          <a:xfrm rot="-2700000">
            <a:off x="15422" y="5303694"/>
            <a:ext cx="2340241" cy="2266247"/>
            <a:chOff x="1196600" y="239100"/>
            <a:chExt cx="2608450" cy="2525975"/>
          </a:xfrm>
        </p:grpSpPr>
        <p:sp>
          <p:nvSpPr>
            <p:cNvPr id="4587" name="Google Shape;4587;p131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131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131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4242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131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131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131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131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131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131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131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131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131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131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131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131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02" name="Google Shape;4602;p131"/>
          <p:cNvSpPr/>
          <p:nvPr/>
        </p:nvSpPr>
        <p:spPr>
          <a:xfrm>
            <a:off x="-443100" y="-4351033"/>
            <a:ext cx="166992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3" name="Google Shape;4603;p131"/>
          <p:cNvSpPr/>
          <p:nvPr/>
        </p:nvSpPr>
        <p:spPr>
          <a:xfrm>
            <a:off x="12192000" y="-1725633"/>
            <a:ext cx="13264800" cy="9565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4" name="Google Shape;4604;p131"/>
          <p:cNvSpPr/>
          <p:nvPr/>
        </p:nvSpPr>
        <p:spPr>
          <a:xfrm>
            <a:off x="-6817700" y="6858000"/>
            <a:ext cx="20072800" cy="43512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5" name="Google Shape;4605;p131"/>
          <p:cNvSpPr/>
          <p:nvPr/>
        </p:nvSpPr>
        <p:spPr>
          <a:xfrm>
            <a:off x="-6817700" y="-1087767"/>
            <a:ext cx="6817600" cy="83700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867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82422424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grid background">
  <p:cSld name="23: z-Blank — photo grid background">
    <p:spTree>
      <p:nvGrpSpPr>
        <p:cNvPr id="1" name="Shape 4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7" name="Google Shape;4607;p132"/>
          <p:cNvSpPr>
            <a:spLocks noGrp="1"/>
          </p:cNvSpPr>
          <p:nvPr>
            <p:ph type="pic" idx="2"/>
          </p:nvPr>
        </p:nvSpPr>
        <p:spPr>
          <a:xfrm>
            <a:off x="-13885" y="2848"/>
            <a:ext cx="3498400" cy="2234400"/>
          </a:xfrm>
          <a:prstGeom prst="rect">
            <a:avLst/>
          </a:prstGeom>
          <a:noFill/>
          <a:ln>
            <a:noFill/>
          </a:ln>
        </p:spPr>
      </p:sp>
      <p:sp>
        <p:nvSpPr>
          <p:cNvPr id="4608" name="Google Shape;4608;p132"/>
          <p:cNvSpPr>
            <a:spLocks noGrp="1"/>
          </p:cNvSpPr>
          <p:nvPr>
            <p:ph type="pic" idx="3"/>
          </p:nvPr>
        </p:nvSpPr>
        <p:spPr>
          <a:xfrm>
            <a:off x="-13900" y="2328133"/>
            <a:ext cx="3498400" cy="4530000"/>
          </a:xfrm>
          <a:prstGeom prst="rect">
            <a:avLst/>
          </a:prstGeom>
          <a:noFill/>
          <a:ln>
            <a:noFill/>
          </a:ln>
        </p:spPr>
      </p:sp>
      <p:sp>
        <p:nvSpPr>
          <p:cNvPr id="4609" name="Google Shape;4609;p132"/>
          <p:cNvSpPr>
            <a:spLocks noGrp="1"/>
          </p:cNvSpPr>
          <p:nvPr>
            <p:ph type="pic" idx="4"/>
          </p:nvPr>
        </p:nvSpPr>
        <p:spPr>
          <a:xfrm>
            <a:off x="3576733" y="1944100"/>
            <a:ext cx="4436800" cy="2234400"/>
          </a:xfrm>
          <a:prstGeom prst="rect">
            <a:avLst/>
          </a:prstGeom>
          <a:noFill/>
          <a:ln>
            <a:noFill/>
          </a:ln>
        </p:spPr>
      </p:sp>
      <p:sp>
        <p:nvSpPr>
          <p:cNvPr id="4610" name="Google Shape;4610;p132"/>
          <p:cNvSpPr>
            <a:spLocks noGrp="1"/>
          </p:cNvSpPr>
          <p:nvPr>
            <p:ph type="pic" idx="5"/>
          </p:nvPr>
        </p:nvSpPr>
        <p:spPr>
          <a:xfrm>
            <a:off x="3576725" y="2848"/>
            <a:ext cx="2332400" cy="1857600"/>
          </a:xfrm>
          <a:prstGeom prst="rect">
            <a:avLst/>
          </a:prstGeom>
          <a:noFill/>
          <a:ln>
            <a:noFill/>
          </a:ln>
        </p:spPr>
      </p:sp>
      <p:sp>
        <p:nvSpPr>
          <p:cNvPr id="4611" name="Google Shape;4611;p132"/>
          <p:cNvSpPr>
            <a:spLocks noGrp="1"/>
          </p:cNvSpPr>
          <p:nvPr>
            <p:ph type="pic" idx="6"/>
          </p:nvPr>
        </p:nvSpPr>
        <p:spPr>
          <a:xfrm>
            <a:off x="5987451" y="2848"/>
            <a:ext cx="2026000" cy="1857600"/>
          </a:xfrm>
          <a:prstGeom prst="rect">
            <a:avLst/>
          </a:prstGeom>
          <a:noFill/>
          <a:ln>
            <a:noFill/>
          </a:ln>
        </p:spPr>
      </p:sp>
      <p:sp>
        <p:nvSpPr>
          <p:cNvPr id="4612" name="Google Shape;4612;p132"/>
          <p:cNvSpPr>
            <a:spLocks noGrp="1"/>
          </p:cNvSpPr>
          <p:nvPr>
            <p:ph type="pic" idx="7"/>
          </p:nvPr>
        </p:nvSpPr>
        <p:spPr>
          <a:xfrm>
            <a:off x="3576733" y="4248400"/>
            <a:ext cx="8615200" cy="2609600"/>
          </a:xfrm>
          <a:prstGeom prst="rect">
            <a:avLst/>
          </a:prstGeom>
          <a:noFill/>
          <a:ln>
            <a:noFill/>
          </a:ln>
        </p:spPr>
      </p:sp>
      <p:sp>
        <p:nvSpPr>
          <p:cNvPr id="4613" name="Google Shape;4613;p132"/>
          <p:cNvSpPr>
            <a:spLocks noGrp="1"/>
          </p:cNvSpPr>
          <p:nvPr>
            <p:ph type="pic" idx="8"/>
          </p:nvPr>
        </p:nvSpPr>
        <p:spPr>
          <a:xfrm>
            <a:off x="8091775" y="2848"/>
            <a:ext cx="2080800" cy="4175600"/>
          </a:xfrm>
          <a:prstGeom prst="rect">
            <a:avLst/>
          </a:prstGeom>
          <a:noFill/>
          <a:ln>
            <a:noFill/>
          </a:ln>
        </p:spPr>
      </p:sp>
      <p:sp>
        <p:nvSpPr>
          <p:cNvPr id="4614" name="Google Shape;4614;p132"/>
          <p:cNvSpPr>
            <a:spLocks noGrp="1"/>
          </p:cNvSpPr>
          <p:nvPr>
            <p:ph type="pic" idx="9"/>
          </p:nvPr>
        </p:nvSpPr>
        <p:spPr>
          <a:xfrm>
            <a:off x="10250900" y="2848"/>
            <a:ext cx="1941200" cy="4175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656939683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z-Not intended for use. Included so the full ASU color palette is available for your use in the color picker.">
  <p:cSld name="zz-Not intended for use. Included so the full ASU color palette is available for your use in the color picker.">
    <p:spTree>
      <p:nvGrpSpPr>
        <p:cNvPr id="1" name="Shape 4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6" name="Google Shape;4616;p133"/>
          <p:cNvSpPr txBox="1"/>
          <p:nvPr/>
        </p:nvSpPr>
        <p:spPr>
          <a:xfrm>
            <a:off x="566567" y="319600"/>
            <a:ext cx="11059200" cy="990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1067"/>
              </a:spcAft>
              <a:buClr>
                <a:srgbClr val="000000"/>
              </a:buClr>
              <a:buSzPts val="3200"/>
              <a:buFont typeface="Arial"/>
              <a:buNone/>
            </a:pPr>
            <a:r>
              <a:rPr lang="en-US" sz="4267" b="1" i="0" u="none" strike="noStrike" cap="none">
                <a:solidFill>
                  <a:srgbClr val="191919"/>
                </a:solidFill>
                <a:latin typeface="Arial"/>
                <a:ea typeface="Arial"/>
                <a:cs typeface="Arial"/>
                <a:sym typeface="Arial"/>
              </a:rPr>
              <a:t>ASU color palette</a:t>
            </a:r>
            <a:br>
              <a:rPr lang="en-US" sz="4267" b="1" i="0" u="none" strike="noStrike" cap="none">
                <a:solidFill>
                  <a:srgbClr val="191919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1867" b="1" i="0" u="none" strike="noStrike" cap="none">
                <a:solidFill>
                  <a:schemeClr val="lt1"/>
                </a:solidFill>
                <a:highlight>
                  <a:schemeClr val="dk1"/>
                </a:highlight>
                <a:latin typeface="Arial"/>
                <a:ea typeface="Arial"/>
                <a:cs typeface="Arial"/>
                <a:sym typeface="Arial"/>
              </a:rPr>
              <a:t>Not intended for use: This slide ensures the expanded ASU color palette is in your color picker.</a:t>
            </a:r>
            <a:r>
              <a:rPr lang="en-US" sz="1733" b="1" i="0" u="none" strike="noStrike" cap="none">
                <a:solidFill>
                  <a:schemeClr val="lt1"/>
                </a:solidFill>
                <a:highlight>
                  <a:schemeClr val="dk1"/>
                </a:highlight>
                <a:latin typeface="Arial"/>
                <a:ea typeface="Arial"/>
                <a:cs typeface="Arial"/>
                <a:sym typeface="Arial"/>
              </a:rPr>
              <a:t> </a:t>
            </a:r>
            <a:endParaRPr sz="1733" b="1" i="0" u="none" strike="noStrike" cap="none">
              <a:solidFill>
                <a:schemeClr val="lt1"/>
              </a:solidFill>
              <a:highlight>
                <a:schemeClr val="dk1"/>
              </a:highlight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4617" name="Google Shape;4617;p133"/>
          <p:cNvGraphicFramePr/>
          <p:nvPr/>
        </p:nvGraphicFramePr>
        <p:xfrm>
          <a:off x="558676" y="1337643"/>
          <a:ext cx="4000000" cy="40000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316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14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1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10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1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146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146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146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6146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6146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113792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</a:pPr>
                      <a:r>
                        <a:rPr lang="en-US" sz="1100" b="1" u="none" strike="noStrike" cap="none"/>
                        <a:t>Primary colors</a:t>
                      </a:r>
                      <a:r>
                        <a:rPr lang="en-US" sz="1100" u="none" strike="noStrike" cap="none"/>
                        <a:t>. These should be your first color choices and used more prominently than secondary colors</a:t>
                      </a:r>
                      <a:endParaRPr sz="1100" u="none" strike="noStrike" cap="none"/>
                    </a:p>
                  </a:txBody>
                  <a:tcPr marL="0" marR="121900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C6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C1D4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6633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500"/>
                        <a:buFont typeface="Arial"/>
                        <a:buNone/>
                      </a:pPr>
                      <a:endParaRPr sz="700" b="1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Gold</a:t>
                      </a:r>
                      <a:endParaRPr sz="900" b="1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#FFC627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Maroon</a:t>
                      </a: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</a:b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#8C1D40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Black</a:t>
                      </a: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</a:b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#000000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</a:b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#FFFFFF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0960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r>
                        <a:rPr lang="en-US" sz="800" b="1" u="none" strike="noStrike" cap="none"/>
                        <a:t>Secondary colors</a:t>
                      </a:r>
                      <a:r>
                        <a:rPr lang="en-US" sz="800" u="none" strike="noStrike" cap="none"/>
                        <a:t>. Use as accents. Only use in addition to primary. May not to be used without primary brand colors. </a:t>
                      </a:r>
                      <a:endParaRPr sz="800" u="none" strike="noStrike" cap="none"/>
                    </a:p>
                  </a:txBody>
                  <a:tcPr marL="0" marR="121900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F674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AB7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7497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39033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500"/>
                        <a:buFont typeface="Arial"/>
                        <a:buNone/>
                      </a:pPr>
                      <a:endParaRPr sz="700" b="1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Green</a:t>
                      </a: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 #78BE20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Blue</a:t>
                      </a:r>
                      <a:endParaRPr sz="900" b="1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#00A3E0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Orange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#FF7F32</a:t>
                      </a: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Copper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#AF674B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Turquoise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#4AB7C4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Pink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#E74973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900" b="1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#747474</a:t>
                      </a:r>
                      <a:endParaRPr sz="1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900" u="none" strike="noStrike" cap="none"/>
                    </a:p>
                  </a:txBody>
                  <a:tcPr marL="121900" marR="121900" marT="12190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950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500"/>
                        <a:buFont typeface="Arial"/>
                        <a:buNone/>
                      </a:pPr>
                      <a:r>
                        <a:rPr lang="en-US" sz="700" b="1" u="none" strike="noStrike" cap="none"/>
                        <a:t>ASU Grayscale. </a:t>
                      </a:r>
                      <a:r>
                        <a:rPr lang="en-US" sz="700" u="none" strike="noStrike" cap="none"/>
                        <a:t>For text, line and fill colors. ASU Gray is a part of this scale.</a:t>
                      </a:r>
                      <a:endParaRPr sz="700" u="none" strike="noStrike" cap="none"/>
                    </a:p>
                  </a:txBody>
                  <a:tcPr marL="0" marR="121900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8484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4747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0D0D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9086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endParaRPr sz="800" b="1" u="none" strike="noStrike" cap="none"/>
                    </a:p>
                  </a:txBody>
                  <a:tcPr marL="0" marR="121900" marT="121900" marB="12190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b="1" u="none" strike="noStrike" cap="none"/>
                        <a:t>ASU Black</a:t>
                      </a:r>
                      <a:endParaRPr sz="900" b="1" u="none" strike="noStrike" cap="none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/>
                        <a:t>#000000</a:t>
                      </a: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Gray 1</a:t>
                      </a:r>
                      <a:endParaRPr sz="900" b="1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#191919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Gray 2</a:t>
                      </a:r>
                      <a:endParaRPr sz="900" b="1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#484848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900" b="1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#747474</a:t>
                      </a:r>
                      <a:b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</a:b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(Gray 3)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Gray 4</a:t>
                      </a:r>
                      <a:endParaRPr sz="900" b="1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#BFBFBF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Gray 5</a:t>
                      </a:r>
                      <a:endParaRPr sz="900" b="1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#D0D0D0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Gray 6</a:t>
                      </a:r>
                      <a:endParaRPr sz="900" b="1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#E8E8E8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Gray 7</a:t>
                      </a: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 #FAFAFA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b="1" u="none" strike="noStrike" cap="none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 #FFFFFF</a:t>
                      </a: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4140">
                <a:tc row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500"/>
                        <a:buFont typeface="Arial"/>
                        <a:buNone/>
                      </a:pPr>
                      <a:r>
                        <a:rPr lang="en-US" sz="700" b="1" u="none" strike="noStrike" cap="none"/>
                        <a:t>Color tints.</a:t>
                      </a:r>
                      <a:r>
                        <a:rPr lang="en-US" sz="700" u="none" strike="noStrike" cap="none"/>
                        <a:t> Brand palette tint variations for use in data visualizations and spreadsheets</a:t>
                      </a:r>
                      <a:endParaRPr sz="700" u="none" strike="noStrike" cap="none"/>
                    </a:p>
                  </a:txBody>
                  <a:tcPr marL="0" marR="121900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1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FC9C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9F5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6F0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EAD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BD9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2E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9D1D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88230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/>
                        <a:t>25% ASU Gold</a:t>
                      </a:r>
                      <a:endParaRPr sz="900" u="none" strike="noStrike" cap="none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/>
                        <a:t>#FFF1C9</a:t>
                      </a: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/>
                        <a:t>25% ASU Maroon</a:t>
                      </a:r>
                      <a:endParaRPr sz="900" u="none" strike="noStrike" cap="none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/>
                        <a:t>#DFC9CF</a:t>
                      </a: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25% ASU Green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#E9F5DB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/>
                        <a:t>25% ASU Blue</a:t>
                      </a:r>
                      <a:endParaRPr sz="900" u="none" strike="noStrike" cap="none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/>
                        <a:t>#D6F0FA</a:t>
                      </a:r>
                      <a:endParaRPr sz="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25% ASU Orange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#FFEADE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25% ASU Copper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#EBD9D2</a:t>
                      </a:r>
                      <a:endParaRPr sz="1900" u="none" strike="noStrike" cap="none"/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25% ASU Turquoise 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#D2EDF0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25% ASU Pink 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900" u="none" strike="noStrike" cap="none">
                          <a:solidFill>
                            <a:srgbClr val="191919"/>
                          </a:solidFill>
                        </a:rPr>
                        <a:t>#F9D1DC</a:t>
                      </a:r>
                      <a:endParaRPr sz="9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121900" marT="12190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endParaRPr sz="8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121900" marR="121900" marT="12190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618" name="Google Shape;4618;p133"/>
          <p:cNvGraphicFramePr/>
          <p:nvPr/>
        </p:nvGraphicFramePr>
        <p:xfrm>
          <a:off x="7959276" y="5434180"/>
          <a:ext cx="4000000" cy="40000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666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73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4167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700"/>
                        <a:buFont typeface="Arial"/>
                        <a:buNone/>
                      </a:pPr>
                      <a:endParaRPr sz="900" u="none" strike="noStrike" cap="none"/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r>
                        <a:rPr lang="en-US" sz="800" b="1" u="none" strike="noStrike" cap="none">
                          <a:solidFill>
                            <a:srgbClr val="191919"/>
                          </a:solidFill>
                        </a:rPr>
                        <a:t>Error Red</a:t>
                      </a:r>
                      <a:endParaRPr sz="800" b="1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r>
                        <a:rPr lang="en-US" sz="800" u="none" strike="noStrike" cap="none">
                          <a:solidFill>
                            <a:srgbClr val="191919"/>
                          </a:solidFill>
                        </a:rPr>
                        <a:t>#CC2F2F </a:t>
                      </a:r>
                      <a:br>
                        <a:rPr lang="en-US" sz="800" u="none" strike="noStrike" cap="none">
                          <a:solidFill>
                            <a:srgbClr val="191919"/>
                          </a:solidFill>
                        </a:rPr>
                      </a:br>
                      <a:endParaRPr sz="8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r>
                        <a:rPr lang="en-US" sz="800" b="1" u="none" strike="noStrike" cap="none">
                          <a:solidFill>
                            <a:srgbClr val="191919"/>
                          </a:solidFill>
                        </a:rPr>
                        <a:t>For digital use only</a:t>
                      </a:r>
                      <a:r>
                        <a:rPr lang="en-US" sz="800" u="none" strike="noStrike" cap="none">
                          <a:solidFill>
                            <a:srgbClr val="191919"/>
                          </a:solidFill>
                        </a:rPr>
                        <a:t> to indicate system errors, issues or negative number values.</a:t>
                      </a:r>
                      <a:endParaRPr sz="900" u="none" strike="noStrike" cap="none"/>
                    </a:p>
                  </a:txBody>
                  <a:tcPr marL="60933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30667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endParaRPr sz="8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7864051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 Headline with 3 column">
  <p:cSld name="20 Headline with 3 column">
    <p:spTree>
      <p:nvGrpSpPr>
        <p:cNvPr id="1" name="Shape 4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0" name="Google Shape;4620;p134"/>
          <p:cNvSpPr txBox="1">
            <a:spLocks noGrp="1"/>
          </p:cNvSpPr>
          <p:nvPr>
            <p:ph type="body" idx="1"/>
          </p:nvPr>
        </p:nvSpPr>
        <p:spPr>
          <a:xfrm>
            <a:off x="8287333" y="1550700"/>
            <a:ext cx="3204800" cy="426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marR="0" lvl="0" indent="-30479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1219170" marR="0" lvl="1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828754" marR="0" lvl="2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2438339" marR="0" lvl="3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047924" marR="0" lvl="4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657509" marR="0" lvl="5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4267093" marR="0" lvl="6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4876678" marR="0" lvl="7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5486263" marR="0" lvl="8" indent="-304792" algn="l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4621" name="Google Shape;4621;p134"/>
          <p:cNvSpPr txBox="1">
            <a:spLocks noGrp="1"/>
          </p:cNvSpPr>
          <p:nvPr>
            <p:ph type="body" idx="2"/>
          </p:nvPr>
        </p:nvSpPr>
        <p:spPr>
          <a:xfrm>
            <a:off x="4366067" y="1579553"/>
            <a:ext cx="3204800" cy="426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marR="0" lvl="0" indent="-30479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1219170" marR="0" lvl="1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828754" marR="0" lvl="2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2438339" marR="0" lvl="3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047924" marR="0" lvl="4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657509" marR="0" lvl="5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4267093" marR="0" lvl="6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4876678" marR="0" lvl="7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5486263" marR="0" lvl="8" indent="-304792" algn="l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4622" name="Google Shape;4622;p134"/>
          <p:cNvSpPr txBox="1">
            <a:spLocks noGrp="1"/>
          </p:cNvSpPr>
          <p:nvPr>
            <p:ph type="body" idx="3"/>
          </p:nvPr>
        </p:nvSpPr>
        <p:spPr>
          <a:xfrm>
            <a:off x="540500" y="1606433"/>
            <a:ext cx="3204800" cy="426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marR="0" lvl="0" indent="-30479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1219170" marR="0" lvl="1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828754" marR="0" lvl="2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2438339" marR="0" lvl="3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047924" marR="0" lvl="4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657509" marR="0" lvl="5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4267093" marR="0" lvl="6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4876678" marR="0" lvl="7" indent="-304792" algn="l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5486263" marR="0" lvl="8" indent="-304792" algn="l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Clr>
                <a:srgbClr val="000000"/>
              </a:buClr>
              <a:buSzPts val="1400"/>
              <a:buFont typeface="Arial"/>
              <a:buNone/>
              <a:def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4623" name="Google Shape;4623;p134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R="0"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  <a:defRPr sz="40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  <a:defRPr sz="40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  <a:defRPr sz="40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  <a:defRPr sz="40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  <a:defRPr sz="40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  <a:defRPr sz="40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  <a:defRPr sz="40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  <a:defRPr sz="40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rial"/>
              <a:buNone/>
              <a:defRPr sz="40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56457113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Title and Content">
    <p:spTree>
      <p:nvGrpSpPr>
        <p:cNvPr id="1" name="Shape 4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5" name="Google Shape;4625;p135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26" name="Google Shape;4626;p135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609585" lvl="0" indent="-42332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/>
            </a:lvl1pPr>
            <a:lvl2pPr marL="1219170" lvl="1" indent="-42332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/>
            </a:lvl2pPr>
            <a:lvl3pPr marL="1828754" lvl="2" indent="-42332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/>
            </a:lvl3pPr>
            <a:lvl4pPr marL="2438339" lvl="3" indent="-42332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/>
            </a:lvl4pPr>
            <a:lvl5pPr marL="3047924" lvl="4" indent="-42332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/>
            </a:lvl5pPr>
            <a:lvl6pPr marL="3657509" lvl="5" indent="-42332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/>
            </a:lvl6pPr>
            <a:lvl7pPr marL="4267093" lvl="6" indent="-42332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/>
            </a:lvl7pPr>
            <a:lvl8pPr marL="4876678" lvl="7" indent="-423323" algn="l">
              <a:lnSpc>
                <a:spcPct val="90000"/>
              </a:lnSpc>
              <a:spcBef>
                <a:spcPts val="1067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/>
            </a:lvl8pPr>
            <a:lvl9pPr marL="5486263" lvl="8" indent="-423323" algn="l">
              <a:lnSpc>
                <a:spcPct val="90000"/>
              </a:lnSpc>
              <a:spcBef>
                <a:spcPts val="1067"/>
              </a:spcBef>
              <a:spcAft>
                <a:spcPts val="1067"/>
              </a:spcAft>
              <a:buClr>
                <a:schemeClr val="dk1"/>
              </a:buClr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627" name="Google Shape;4627;p135"/>
          <p:cNvSpPr txBox="1">
            <a:spLocks noGrp="1"/>
          </p:cNvSpPr>
          <p:nvPr>
            <p:ph type="dt" idx="10"/>
          </p:nvPr>
        </p:nvSpPr>
        <p:spPr>
          <a:xfrm>
            <a:off x="838200" y="6356351"/>
            <a:ext cx="2743200" cy="3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4628" name="Google Shape;4628;p135"/>
          <p:cNvSpPr txBox="1">
            <a:spLocks noGrp="1"/>
          </p:cNvSpPr>
          <p:nvPr>
            <p:ph type="ftr" idx="11"/>
          </p:nvPr>
        </p:nvSpPr>
        <p:spPr>
          <a:xfrm>
            <a:off x="4038600" y="6356351"/>
            <a:ext cx="4114800" cy="3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4629" name="Google Shape;4629;p135"/>
          <p:cNvSpPr txBox="1">
            <a:spLocks noGrp="1"/>
          </p:cNvSpPr>
          <p:nvPr>
            <p:ph type="sldNum" idx="12"/>
          </p:nvPr>
        </p:nvSpPr>
        <p:spPr>
          <a:xfrm>
            <a:off x="8610600" y="6356351"/>
            <a:ext cx="2743200" cy="3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4045191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4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1" name="Google Shape;4631;p136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32" name="Google Shape;4632;p136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5333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2332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4633" name="Google Shape;4633;p136"/>
          <p:cNvSpPr txBox="1">
            <a:spLocks noGrp="1"/>
          </p:cNvSpPr>
          <p:nvPr>
            <p:ph type="body" idx="2"/>
          </p:nvPr>
        </p:nvSpPr>
        <p:spPr>
          <a:xfrm>
            <a:off x="6443200" y="1536633"/>
            <a:ext cx="5333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609585" lvl="0" indent="-42332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l">
              <a:lnSpc>
                <a:spcPct val="115000"/>
              </a:lnSpc>
              <a:spcBef>
                <a:spcPts val="1067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l">
              <a:lnSpc>
                <a:spcPct val="115000"/>
              </a:lnSpc>
              <a:spcBef>
                <a:spcPts val="1067"/>
              </a:spcBef>
              <a:spcAft>
                <a:spcPts val="1067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4634" name="Google Shape;4634;p13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169964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7.xml"/><Relationship Id="rId117" Type="http://schemas.openxmlformats.org/officeDocument/2006/relationships/slideLayout" Target="../slideLayouts/slideLayout118.xml"/><Relationship Id="rId21" Type="http://schemas.openxmlformats.org/officeDocument/2006/relationships/slideLayout" Target="../slideLayouts/slideLayout22.xml"/><Relationship Id="rId42" Type="http://schemas.openxmlformats.org/officeDocument/2006/relationships/slideLayout" Target="../slideLayouts/slideLayout43.xml"/><Relationship Id="rId47" Type="http://schemas.openxmlformats.org/officeDocument/2006/relationships/slideLayout" Target="../slideLayouts/slideLayout48.xml"/><Relationship Id="rId63" Type="http://schemas.openxmlformats.org/officeDocument/2006/relationships/slideLayout" Target="../slideLayouts/slideLayout64.xml"/><Relationship Id="rId68" Type="http://schemas.openxmlformats.org/officeDocument/2006/relationships/slideLayout" Target="../slideLayouts/slideLayout69.xml"/><Relationship Id="rId84" Type="http://schemas.openxmlformats.org/officeDocument/2006/relationships/slideLayout" Target="../slideLayouts/slideLayout85.xml"/><Relationship Id="rId89" Type="http://schemas.openxmlformats.org/officeDocument/2006/relationships/slideLayout" Target="../slideLayouts/slideLayout90.xml"/><Relationship Id="rId112" Type="http://schemas.openxmlformats.org/officeDocument/2006/relationships/slideLayout" Target="../slideLayouts/slideLayout113.xml"/><Relationship Id="rId16" Type="http://schemas.openxmlformats.org/officeDocument/2006/relationships/slideLayout" Target="../slideLayouts/slideLayout17.xml"/><Relationship Id="rId107" Type="http://schemas.openxmlformats.org/officeDocument/2006/relationships/slideLayout" Target="../slideLayouts/slideLayout108.xml"/><Relationship Id="rId11" Type="http://schemas.openxmlformats.org/officeDocument/2006/relationships/slideLayout" Target="../slideLayouts/slideLayout12.xml"/><Relationship Id="rId32" Type="http://schemas.openxmlformats.org/officeDocument/2006/relationships/slideLayout" Target="../slideLayouts/slideLayout33.xml"/><Relationship Id="rId37" Type="http://schemas.openxmlformats.org/officeDocument/2006/relationships/slideLayout" Target="../slideLayouts/slideLayout38.xml"/><Relationship Id="rId53" Type="http://schemas.openxmlformats.org/officeDocument/2006/relationships/slideLayout" Target="../slideLayouts/slideLayout54.xml"/><Relationship Id="rId58" Type="http://schemas.openxmlformats.org/officeDocument/2006/relationships/slideLayout" Target="../slideLayouts/slideLayout59.xml"/><Relationship Id="rId74" Type="http://schemas.openxmlformats.org/officeDocument/2006/relationships/slideLayout" Target="../slideLayouts/slideLayout75.xml"/><Relationship Id="rId79" Type="http://schemas.openxmlformats.org/officeDocument/2006/relationships/slideLayout" Target="../slideLayouts/slideLayout80.xml"/><Relationship Id="rId102" Type="http://schemas.openxmlformats.org/officeDocument/2006/relationships/slideLayout" Target="../slideLayouts/slideLayout103.xml"/><Relationship Id="rId5" Type="http://schemas.openxmlformats.org/officeDocument/2006/relationships/slideLayout" Target="../slideLayouts/slideLayout6.xml"/><Relationship Id="rId90" Type="http://schemas.openxmlformats.org/officeDocument/2006/relationships/slideLayout" Target="../slideLayouts/slideLayout91.xml"/><Relationship Id="rId95" Type="http://schemas.openxmlformats.org/officeDocument/2006/relationships/slideLayout" Target="../slideLayouts/slideLayout96.xml"/><Relationship Id="rId22" Type="http://schemas.openxmlformats.org/officeDocument/2006/relationships/slideLayout" Target="../slideLayouts/slideLayout23.xml"/><Relationship Id="rId27" Type="http://schemas.openxmlformats.org/officeDocument/2006/relationships/slideLayout" Target="../slideLayouts/slideLayout28.xml"/><Relationship Id="rId43" Type="http://schemas.openxmlformats.org/officeDocument/2006/relationships/slideLayout" Target="../slideLayouts/slideLayout44.xml"/><Relationship Id="rId48" Type="http://schemas.openxmlformats.org/officeDocument/2006/relationships/slideLayout" Target="../slideLayouts/slideLayout49.xml"/><Relationship Id="rId64" Type="http://schemas.openxmlformats.org/officeDocument/2006/relationships/slideLayout" Target="../slideLayouts/slideLayout65.xml"/><Relationship Id="rId69" Type="http://schemas.openxmlformats.org/officeDocument/2006/relationships/slideLayout" Target="../slideLayouts/slideLayout70.xml"/><Relationship Id="rId113" Type="http://schemas.openxmlformats.org/officeDocument/2006/relationships/slideLayout" Target="../slideLayouts/slideLayout114.xml"/><Relationship Id="rId118" Type="http://schemas.openxmlformats.org/officeDocument/2006/relationships/slideLayout" Target="../slideLayouts/slideLayout119.xml"/><Relationship Id="rId80" Type="http://schemas.openxmlformats.org/officeDocument/2006/relationships/slideLayout" Target="../slideLayouts/slideLayout81.xml"/><Relationship Id="rId85" Type="http://schemas.openxmlformats.org/officeDocument/2006/relationships/slideLayout" Target="../slideLayouts/slideLayout86.xml"/><Relationship Id="rId12" Type="http://schemas.openxmlformats.org/officeDocument/2006/relationships/slideLayout" Target="../slideLayouts/slideLayout13.xml"/><Relationship Id="rId17" Type="http://schemas.openxmlformats.org/officeDocument/2006/relationships/slideLayout" Target="../slideLayouts/slideLayout18.xml"/><Relationship Id="rId33" Type="http://schemas.openxmlformats.org/officeDocument/2006/relationships/slideLayout" Target="../slideLayouts/slideLayout34.xml"/><Relationship Id="rId38" Type="http://schemas.openxmlformats.org/officeDocument/2006/relationships/slideLayout" Target="../slideLayouts/slideLayout39.xml"/><Relationship Id="rId59" Type="http://schemas.openxmlformats.org/officeDocument/2006/relationships/slideLayout" Target="../slideLayouts/slideLayout60.xml"/><Relationship Id="rId103" Type="http://schemas.openxmlformats.org/officeDocument/2006/relationships/slideLayout" Target="../slideLayouts/slideLayout104.xml"/><Relationship Id="rId108" Type="http://schemas.openxmlformats.org/officeDocument/2006/relationships/slideLayout" Target="../slideLayouts/slideLayout109.xml"/><Relationship Id="rId54" Type="http://schemas.openxmlformats.org/officeDocument/2006/relationships/slideLayout" Target="../slideLayouts/slideLayout55.xml"/><Relationship Id="rId70" Type="http://schemas.openxmlformats.org/officeDocument/2006/relationships/slideLayout" Target="../slideLayouts/slideLayout71.xml"/><Relationship Id="rId75" Type="http://schemas.openxmlformats.org/officeDocument/2006/relationships/slideLayout" Target="../slideLayouts/slideLayout76.xml"/><Relationship Id="rId91" Type="http://schemas.openxmlformats.org/officeDocument/2006/relationships/slideLayout" Target="../slideLayouts/slideLayout92.xml"/><Relationship Id="rId96" Type="http://schemas.openxmlformats.org/officeDocument/2006/relationships/slideLayout" Target="../slideLayouts/slideLayout97.xml"/><Relationship Id="rId1" Type="http://schemas.openxmlformats.org/officeDocument/2006/relationships/slideLayout" Target="../slideLayouts/slideLayout2.xml"/><Relationship Id="rId6" Type="http://schemas.openxmlformats.org/officeDocument/2006/relationships/slideLayout" Target="../slideLayouts/slideLayout7.xml"/><Relationship Id="rId23" Type="http://schemas.openxmlformats.org/officeDocument/2006/relationships/slideLayout" Target="../slideLayouts/slideLayout24.xml"/><Relationship Id="rId28" Type="http://schemas.openxmlformats.org/officeDocument/2006/relationships/slideLayout" Target="../slideLayouts/slideLayout29.xml"/><Relationship Id="rId49" Type="http://schemas.openxmlformats.org/officeDocument/2006/relationships/slideLayout" Target="../slideLayouts/slideLayout50.xml"/><Relationship Id="rId114" Type="http://schemas.openxmlformats.org/officeDocument/2006/relationships/slideLayout" Target="../slideLayouts/slideLayout115.xml"/><Relationship Id="rId119" Type="http://schemas.openxmlformats.org/officeDocument/2006/relationships/theme" Target="../theme/theme2.xml"/><Relationship Id="rId10" Type="http://schemas.openxmlformats.org/officeDocument/2006/relationships/slideLayout" Target="../slideLayouts/slideLayout11.xml"/><Relationship Id="rId31" Type="http://schemas.openxmlformats.org/officeDocument/2006/relationships/slideLayout" Target="../slideLayouts/slideLayout32.xml"/><Relationship Id="rId44" Type="http://schemas.openxmlformats.org/officeDocument/2006/relationships/slideLayout" Target="../slideLayouts/slideLayout45.xml"/><Relationship Id="rId52" Type="http://schemas.openxmlformats.org/officeDocument/2006/relationships/slideLayout" Target="../slideLayouts/slideLayout53.xml"/><Relationship Id="rId60" Type="http://schemas.openxmlformats.org/officeDocument/2006/relationships/slideLayout" Target="../slideLayouts/slideLayout61.xml"/><Relationship Id="rId65" Type="http://schemas.openxmlformats.org/officeDocument/2006/relationships/slideLayout" Target="../slideLayouts/slideLayout66.xml"/><Relationship Id="rId73" Type="http://schemas.openxmlformats.org/officeDocument/2006/relationships/slideLayout" Target="../slideLayouts/slideLayout74.xml"/><Relationship Id="rId78" Type="http://schemas.openxmlformats.org/officeDocument/2006/relationships/slideLayout" Target="../slideLayouts/slideLayout79.xml"/><Relationship Id="rId81" Type="http://schemas.openxmlformats.org/officeDocument/2006/relationships/slideLayout" Target="../slideLayouts/slideLayout82.xml"/><Relationship Id="rId86" Type="http://schemas.openxmlformats.org/officeDocument/2006/relationships/slideLayout" Target="../slideLayouts/slideLayout87.xml"/><Relationship Id="rId94" Type="http://schemas.openxmlformats.org/officeDocument/2006/relationships/slideLayout" Target="../slideLayouts/slideLayout95.xml"/><Relationship Id="rId99" Type="http://schemas.openxmlformats.org/officeDocument/2006/relationships/slideLayout" Target="../slideLayouts/slideLayout100.xml"/><Relationship Id="rId101" Type="http://schemas.openxmlformats.org/officeDocument/2006/relationships/slideLayout" Target="../slideLayouts/slideLayout102.xml"/><Relationship Id="rId4" Type="http://schemas.openxmlformats.org/officeDocument/2006/relationships/slideLayout" Target="../slideLayouts/slideLayout5.xml"/><Relationship Id="rId9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4.xml"/><Relationship Id="rId18" Type="http://schemas.openxmlformats.org/officeDocument/2006/relationships/slideLayout" Target="../slideLayouts/slideLayout19.xml"/><Relationship Id="rId39" Type="http://schemas.openxmlformats.org/officeDocument/2006/relationships/slideLayout" Target="../slideLayouts/slideLayout40.xml"/><Relationship Id="rId109" Type="http://schemas.openxmlformats.org/officeDocument/2006/relationships/slideLayout" Target="../slideLayouts/slideLayout110.xml"/><Relationship Id="rId34" Type="http://schemas.openxmlformats.org/officeDocument/2006/relationships/slideLayout" Target="../slideLayouts/slideLayout35.xml"/><Relationship Id="rId50" Type="http://schemas.openxmlformats.org/officeDocument/2006/relationships/slideLayout" Target="../slideLayouts/slideLayout51.xml"/><Relationship Id="rId55" Type="http://schemas.openxmlformats.org/officeDocument/2006/relationships/slideLayout" Target="../slideLayouts/slideLayout56.xml"/><Relationship Id="rId76" Type="http://schemas.openxmlformats.org/officeDocument/2006/relationships/slideLayout" Target="../slideLayouts/slideLayout77.xml"/><Relationship Id="rId97" Type="http://schemas.openxmlformats.org/officeDocument/2006/relationships/slideLayout" Target="../slideLayouts/slideLayout98.xml"/><Relationship Id="rId104" Type="http://schemas.openxmlformats.org/officeDocument/2006/relationships/slideLayout" Target="../slideLayouts/slideLayout105.xml"/><Relationship Id="rId7" Type="http://schemas.openxmlformats.org/officeDocument/2006/relationships/slideLayout" Target="../slideLayouts/slideLayout8.xml"/><Relationship Id="rId71" Type="http://schemas.openxmlformats.org/officeDocument/2006/relationships/slideLayout" Target="../slideLayouts/slideLayout72.xml"/><Relationship Id="rId92" Type="http://schemas.openxmlformats.org/officeDocument/2006/relationships/slideLayout" Target="../slideLayouts/slideLayout93.xml"/><Relationship Id="rId2" Type="http://schemas.openxmlformats.org/officeDocument/2006/relationships/slideLayout" Target="../slideLayouts/slideLayout3.xml"/><Relationship Id="rId29" Type="http://schemas.openxmlformats.org/officeDocument/2006/relationships/slideLayout" Target="../slideLayouts/slideLayout30.xml"/><Relationship Id="rId24" Type="http://schemas.openxmlformats.org/officeDocument/2006/relationships/slideLayout" Target="../slideLayouts/slideLayout25.xml"/><Relationship Id="rId40" Type="http://schemas.openxmlformats.org/officeDocument/2006/relationships/slideLayout" Target="../slideLayouts/slideLayout41.xml"/><Relationship Id="rId45" Type="http://schemas.openxmlformats.org/officeDocument/2006/relationships/slideLayout" Target="../slideLayouts/slideLayout46.xml"/><Relationship Id="rId66" Type="http://schemas.openxmlformats.org/officeDocument/2006/relationships/slideLayout" Target="../slideLayouts/slideLayout67.xml"/><Relationship Id="rId87" Type="http://schemas.openxmlformats.org/officeDocument/2006/relationships/slideLayout" Target="../slideLayouts/slideLayout88.xml"/><Relationship Id="rId110" Type="http://schemas.openxmlformats.org/officeDocument/2006/relationships/slideLayout" Target="../slideLayouts/slideLayout111.xml"/><Relationship Id="rId115" Type="http://schemas.openxmlformats.org/officeDocument/2006/relationships/slideLayout" Target="../slideLayouts/slideLayout116.xml"/><Relationship Id="rId61" Type="http://schemas.openxmlformats.org/officeDocument/2006/relationships/slideLayout" Target="../slideLayouts/slideLayout62.xml"/><Relationship Id="rId82" Type="http://schemas.openxmlformats.org/officeDocument/2006/relationships/slideLayout" Target="../slideLayouts/slideLayout83.xml"/><Relationship Id="rId1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15.xml"/><Relationship Id="rId30" Type="http://schemas.openxmlformats.org/officeDocument/2006/relationships/slideLayout" Target="../slideLayouts/slideLayout31.xml"/><Relationship Id="rId35" Type="http://schemas.openxmlformats.org/officeDocument/2006/relationships/slideLayout" Target="../slideLayouts/slideLayout36.xml"/><Relationship Id="rId56" Type="http://schemas.openxmlformats.org/officeDocument/2006/relationships/slideLayout" Target="../slideLayouts/slideLayout57.xml"/><Relationship Id="rId77" Type="http://schemas.openxmlformats.org/officeDocument/2006/relationships/slideLayout" Target="../slideLayouts/slideLayout78.xml"/><Relationship Id="rId100" Type="http://schemas.openxmlformats.org/officeDocument/2006/relationships/slideLayout" Target="../slideLayouts/slideLayout101.xml"/><Relationship Id="rId105" Type="http://schemas.openxmlformats.org/officeDocument/2006/relationships/slideLayout" Target="../slideLayouts/slideLayout106.xml"/><Relationship Id="rId8" Type="http://schemas.openxmlformats.org/officeDocument/2006/relationships/slideLayout" Target="../slideLayouts/slideLayout9.xml"/><Relationship Id="rId51" Type="http://schemas.openxmlformats.org/officeDocument/2006/relationships/slideLayout" Target="../slideLayouts/slideLayout52.xml"/><Relationship Id="rId72" Type="http://schemas.openxmlformats.org/officeDocument/2006/relationships/slideLayout" Target="../slideLayouts/slideLayout73.xml"/><Relationship Id="rId93" Type="http://schemas.openxmlformats.org/officeDocument/2006/relationships/slideLayout" Target="../slideLayouts/slideLayout94.xml"/><Relationship Id="rId98" Type="http://schemas.openxmlformats.org/officeDocument/2006/relationships/slideLayout" Target="../slideLayouts/slideLayout99.xml"/><Relationship Id="rId3" Type="http://schemas.openxmlformats.org/officeDocument/2006/relationships/slideLayout" Target="../slideLayouts/slideLayout4.xml"/><Relationship Id="rId25" Type="http://schemas.openxmlformats.org/officeDocument/2006/relationships/slideLayout" Target="../slideLayouts/slideLayout26.xml"/><Relationship Id="rId46" Type="http://schemas.openxmlformats.org/officeDocument/2006/relationships/slideLayout" Target="../slideLayouts/slideLayout47.xml"/><Relationship Id="rId67" Type="http://schemas.openxmlformats.org/officeDocument/2006/relationships/slideLayout" Target="../slideLayouts/slideLayout68.xml"/><Relationship Id="rId116" Type="http://schemas.openxmlformats.org/officeDocument/2006/relationships/slideLayout" Target="../slideLayouts/slideLayout117.xml"/><Relationship Id="rId20" Type="http://schemas.openxmlformats.org/officeDocument/2006/relationships/slideLayout" Target="../slideLayouts/slideLayout21.xml"/><Relationship Id="rId41" Type="http://schemas.openxmlformats.org/officeDocument/2006/relationships/slideLayout" Target="../slideLayouts/slideLayout42.xml"/><Relationship Id="rId62" Type="http://schemas.openxmlformats.org/officeDocument/2006/relationships/slideLayout" Target="../slideLayouts/slideLayout63.xml"/><Relationship Id="rId83" Type="http://schemas.openxmlformats.org/officeDocument/2006/relationships/slideLayout" Target="../slideLayouts/slideLayout84.xml"/><Relationship Id="rId88" Type="http://schemas.openxmlformats.org/officeDocument/2006/relationships/slideLayout" Target="../slideLayouts/slideLayout89.xml"/><Relationship Id="rId111" Type="http://schemas.openxmlformats.org/officeDocument/2006/relationships/slideLayout" Target="../slideLayouts/slideLayout112.xml"/><Relationship Id="rId15" Type="http://schemas.openxmlformats.org/officeDocument/2006/relationships/slideLayout" Target="../slideLayouts/slideLayout16.xml"/><Relationship Id="rId36" Type="http://schemas.openxmlformats.org/officeDocument/2006/relationships/slideLayout" Target="../slideLayouts/slideLayout37.xml"/><Relationship Id="rId57" Type="http://schemas.openxmlformats.org/officeDocument/2006/relationships/slideLayout" Target="../slideLayouts/slideLayout58.xml"/><Relationship Id="rId106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Master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txStyles>
    <p:titleStyle>
      <a:lvl1pPr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8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215200" cy="6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" name="Google Shape;7;p18"/>
          <p:cNvSpPr txBox="1">
            <a:spLocks noGrp="1"/>
          </p:cNvSpPr>
          <p:nvPr>
            <p:ph type="body" idx="1"/>
          </p:nvPr>
        </p:nvSpPr>
        <p:spPr>
          <a:xfrm>
            <a:off x="561200" y="1326067"/>
            <a:ext cx="11179600" cy="51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●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○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■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●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○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■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●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○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556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000"/>
              <a:buFont typeface="Arial"/>
              <a:buChar char="■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8" name="Google Shape;8;p18"/>
          <p:cNvSpPr txBox="1"/>
          <p:nvPr/>
        </p:nvSpPr>
        <p:spPr>
          <a:xfrm>
            <a:off x="10350500" y="6676034"/>
            <a:ext cx="1390400" cy="820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Arial"/>
              <a:buNone/>
            </a:pPr>
            <a:r>
              <a:rPr lang="en-US" sz="533" b="0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Copyright © 2023 Arizona Board of Regents</a:t>
            </a:r>
            <a:endParaRPr sz="533" b="0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9095098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51" r:id="rId1"/>
    <p:sldLayoutId id="2147483652" r:id="rId2"/>
    <p:sldLayoutId id="2147483653" r:id="rId3"/>
    <p:sldLayoutId id="2147483654" r:id="rId4"/>
    <p:sldLayoutId id="2147483655" r:id="rId5"/>
    <p:sldLayoutId id="2147483656" r:id="rId6"/>
    <p:sldLayoutId id="2147483657" r:id="rId7"/>
    <p:sldLayoutId id="2147483658" r:id="rId8"/>
    <p:sldLayoutId id="2147483659" r:id="rId9"/>
    <p:sldLayoutId id="2147483660" r:id="rId10"/>
    <p:sldLayoutId id="2147483661" r:id="rId11"/>
    <p:sldLayoutId id="2147483662" r:id="rId12"/>
    <p:sldLayoutId id="2147483663" r:id="rId13"/>
    <p:sldLayoutId id="2147483664" r:id="rId14"/>
    <p:sldLayoutId id="2147483665" r:id="rId15"/>
    <p:sldLayoutId id="2147483666" r:id="rId16"/>
    <p:sldLayoutId id="2147483667" r:id="rId17"/>
    <p:sldLayoutId id="2147483668" r:id="rId18"/>
    <p:sldLayoutId id="2147483669" r:id="rId19"/>
    <p:sldLayoutId id="2147483670" r:id="rId20"/>
    <p:sldLayoutId id="2147483671" r:id="rId21"/>
    <p:sldLayoutId id="2147483672" r:id="rId22"/>
    <p:sldLayoutId id="2147483673" r:id="rId23"/>
    <p:sldLayoutId id="2147483674" r:id="rId24"/>
    <p:sldLayoutId id="2147483675" r:id="rId25"/>
    <p:sldLayoutId id="2147483676" r:id="rId26"/>
    <p:sldLayoutId id="2147483677" r:id="rId27"/>
    <p:sldLayoutId id="2147483678" r:id="rId28"/>
    <p:sldLayoutId id="2147483679" r:id="rId29"/>
    <p:sldLayoutId id="2147483680" r:id="rId30"/>
    <p:sldLayoutId id="2147483681" r:id="rId31"/>
    <p:sldLayoutId id="2147483682" r:id="rId32"/>
    <p:sldLayoutId id="2147483683" r:id="rId33"/>
    <p:sldLayoutId id="2147483684" r:id="rId34"/>
    <p:sldLayoutId id="2147483685" r:id="rId35"/>
    <p:sldLayoutId id="2147483686" r:id="rId36"/>
    <p:sldLayoutId id="2147483687" r:id="rId37"/>
    <p:sldLayoutId id="2147483688" r:id="rId38"/>
    <p:sldLayoutId id="2147483689" r:id="rId39"/>
    <p:sldLayoutId id="2147483690" r:id="rId40"/>
    <p:sldLayoutId id="2147483691" r:id="rId41"/>
    <p:sldLayoutId id="2147483692" r:id="rId42"/>
    <p:sldLayoutId id="2147483693" r:id="rId43"/>
    <p:sldLayoutId id="2147483694" r:id="rId44"/>
    <p:sldLayoutId id="2147483695" r:id="rId45"/>
    <p:sldLayoutId id="2147483696" r:id="rId46"/>
    <p:sldLayoutId id="2147483697" r:id="rId47"/>
    <p:sldLayoutId id="2147483698" r:id="rId48"/>
    <p:sldLayoutId id="2147483699" r:id="rId49"/>
    <p:sldLayoutId id="2147483700" r:id="rId50"/>
    <p:sldLayoutId id="2147483701" r:id="rId51"/>
    <p:sldLayoutId id="2147483702" r:id="rId52"/>
    <p:sldLayoutId id="2147483703" r:id="rId53"/>
    <p:sldLayoutId id="2147483704" r:id="rId54"/>
    <p:sldLayoutId id="2147483705" r:id="rId55"/>
    <p:sldLayoutId id="2147483706" r:id="rId56"/>
    <p:sldLayoutId id="2147483707" r:id="rId57"/>
    <p:sldLayoutId id="2147483708" r:id="rId58"/>
    <p:sldLayoutId id="2147483709" r:id="rId59"/>
    <p:sldLayoutId id="2147483710" r:id="rId60"/>
    <p:sldLayoutId id="2147483711" r:id="rId61"/>
    <p:sldLayoutId id="2147483712" r:id="rId62"/>
    <p:sldLayoutId id="2147483713" r:id="rId63"/>
    <p:sldLayoutId id="2147483714" r:id="rId64"/>
    <p:sldLayoutId id="2147483715" r:id="rId65"/>
    <p:sldLayoutId id="2147483716" r:id="rId66"/>
    <p:sldLayoutId id="2147483717" r:id="rId67"/>
    <p:sldLayoutId id="2147483718" r:id="rId68"/>
    <p:sldLayoutId id="2147483719" r:id="rId69"/>
    <p:sldLayoutId id="2147483720" r:id="rId70"/>
    <p:sldLayoutId id="2147483721" r:id="rId71"/>
    <p:sldLayoutId id="2147483722" r:id="rId72"/>
    <p:sldLayoutId id="2147483723" r:id="rId73"/>
    <p:sldLayoutId id="2147483724" r:id="rId74"/>
    <p:sldLayoutId id="2147483725" r:id="rId75"/>
    <p:sldLayoutId id="2147483726" r:id="rId76"/>
    <p:sldLayoutId id="2147483727" r:id="rId77"/>
    <p:sldLayoutId id="2147483728" r:id="rId78"/>
    <p:sldLayoutId id="2147483729" r:id="rId79"/>
    <p:sldLayoutId id="2147483730" r:id="rId80"/>
    <p:sldLayoutId id="2147483731" r:id="rId81"/>
    <p:sldLayoutId id="2147483732" r:id="rId82"/>
    <p:sldLayoutId id="2147483733" r:id="rId83"/>
    <p:sldLayoutId id="2147483734" r:id="rId84"/>
    <p:sldLayoutId id="2147483735" r:id="rId85"/>
    <p:sldLayoutId id="2147483736" r:id="rId86"/>
    <p:sldLayoutId id="2147483737" r:id="rId87"/>
    <p:sldLayoutId id="2147483738" r:id="rId88"/>
    <p:sldLayoutId id="2147483739" r:id="rId89"/>
    <p:sldLayoutId id="2147483740" r:id="rId90"/>
    <p:sldLayoutId id="2147483741" r:id="rId91"/>
    <p:sldLayoutId id="2147483742" r:id="rId92"/>
    <p:sldLayoutId id="2147483743" r:id="rId93"/>
    <p:sldLayoutId id="2147483744" r:id="rId94"/>
    <p:sldLayoutId id="2147483745" r:id="rId95"/>
    <p:sldLayoutId id="2147483746" r:id="rId96"/>
    <p:sldLayoutId id="2147483747" r:id="rId97"/>
    <p:sldLayoutId id="2147483748" r:id="rId98"/>
    <p:sldLayoutId id="2147483749" r:id="rId99"/>
    <p:sldLayoutId id="2147483750" r:id="rId100"/>
    <p:sldLayoutId id="2147483751" r:id="rId101"/>
    <p:sldLayoutId id="2147483752" r:id="rId102"/>
    <p:sldLayoutId id="2147483753" r:id="rId103"/>
    <p:sldLayoutId id="2147483754" r:id="rId104"/>
    <p:sldLayoutId id="2147483755" r:id="rId105"/>
    <p:sldLayoutId id="2147483756" r:id="rId106"/>
    <p:sldLayoutId id="2147483757" r:id="rId107"/>
    <p:sldLayoutId id="2147483758" r:id="rId108"/>
    <p:sldLayoutId id="2147483759" r:id="rId109"/>
    <p:sldLayoutId id="2147483760" r:id="rId110"/>
    <p:sldLayoutId id="2147483761" r:id="rId111"/>
    <p:sldLayoutId id="2147483762" r:id="rId112"/>
    <p:sldLayoutId id="2147483763" r:id="rId113"/>
    <p:sldLayoutId id="2147483764" r:id="rId114"/>
    <p:sldLayoutId id="2147483765" r:id="rId115"/>
    <p:sldLayoutId id="2147483766" r:id="rId116"/>
    <p:sldLayoutId id="2147483767" r:id="rId117"/>
    <p:sldLayoutId id="2147483768" r:id="rId11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65">
          <p15:clr>
            <a:srgbClr val="FF00FF"/>
          </p15:clr>
        </p15:guide>
        <p15:guide id="2" pos="5478">
          <p15:clr>
            <a:srgbClr val="FF00FF"/>
          </p15:clr>
        </p15:guide>
        <p15:guide id="3" pos="2909">
          <p15:clr>
            <a:srgbClr val="FF00FF"/>
          </p15:clr>
        </p15:guide>
        <p15:guide id="4" pos="5547">
          <p15:clr>
            <a:srgbClr val="FF00FF"/>
          </p15:clr>
        </p15:guide>
        <p15:guide id="5" pos="202">
          <p15:clr>
            <a:srgbClr val="FF00FF"/>
          </p15:clr>
        </p15:guide>
        <p15:guide id="6" pos="467">
          <p15:clr>
            <a:srgbClr val="FF00FF"/>
          </p15:clr>
        </p15:guide>
        <p15:guide id="7" pos="530">
          <p15:clr>
            <a:srgbClr val="FF00FF"/>
          </p15:clr>
        </p15:guide>
        <p15:guide id="8" pos="732">
          <p15:clr>
            <a:srgbClr val="FF00FF"/>
          </p15:clr>
        </p15:guide>
        <p15:guide id="9" pos="795">
          <p15:clr>
            <a:srgbClr val="FF00FF"/>
          </p15:clr>
        </p15:guide>
        <p15:guide id="10" pos="991">
          <p15:clr>
            <a:srgbClr val="FF00FF"/>
          </p15:clr>
        </p15:guide>
        <p15:guide id="11" pos="1060">
          <p15:clr>
            <a:srgbClr val="FF00FF"/>
          </p15:clr>
        </p15:guide>
        <p15:guide id="12" pos="1267">
          <p15:clr>
            <a:srgbClr val="FF00FF"/>
          </p15:clr>
        </p15:guide>
        <p15:guide id="13" pos="1319">
          <p15:clr>
            <a:srgbClr val="FF00FF"/>
          </p15:clr>
        </p15:guide>
        <p15:guide id="14" pos="1521">
          <p15:clr>
            <a:srgbClr val="FF00FF"/>
          </p15:clr>
        </p15:guide>
        <p15:guide id="15" pos="1584">
          <p15:clr>
            <a:srgbClr val="FF00FF"/>
          </p15:clr>
        </p15:guide>
        <p15:guide id="16" pos="1786">
          <p15:clr>
            <a:srgbClr val="FF00FF"/>
          </p15:clr>
        </p15:guide>
        <p15:guide id="17" pos="1849">
          <p15:clr>
            <a:srgbClr val="FF00FF"/>
          </p15:clr>
        </p15:guide>
        <p15:guide id="18" pos="2051">
          <p15:clr>
            <a:srgbClr val="FF00FF"/>
          </p15:clr>
        </p15:guide>
        <p15:guide id="19" pos="2114">
          <p15:clr>
            <a:srgbClr val="FF00FF"/>
          </p15:clr>
        </p15:guide>
        <p15:guide id="20" pos="2316">
          <p15:clr>
            <a:srgbClr val="FF00FF"/>
          </p15:clr>
        </p15:guide>
        <p15:guide id="21" pos="2379">
          <p15:clr>
            <a:srgbClr val="FF00FF"/>
          </p15:clr>
        </p15:guide>
        <p15:guide id="22" pos="2575">
          <p15:clr>
            <a:srgbClr val="FF00FF"/>
          </p15:clr>
        </p15:guide>
        <p15:guide id="23" pos="2644">
          <p15:clr>
            <a:srgbClr val="FF00FF"/>
          </p15:clr>
        </p15:guide>
        <p15:guide id="24" pos="2851">
          <p15:clr>
            <a:srgbClr val="FF00FF"/>
          </p15:clr>
        </p15:guide>
        <p15:guide id="25" pos="3110">
          <p15:clr>
            <a:srgbClr val="FF00FF"/>
          </p15:clr>
        </p15:guide>
        <p15:guide id="26" pos="3174">
          <p15:clr>
            <a:srgbClr val="FF00FF"/>
          </p15:clr>
        </p15:guide>
        <p15:guide id="27" pos="3375">
          <p15:clr>
            <a:srgbClr val="FF00FF"/>
          </p15:clr>
        </p15:guide>
        <p15:guide id="28" pos="3439">
          <p15:clr>
            <a:srgbClr val="FF00FF"/>
          </p15:clr>
        </p15:guide>
        <p15:guide id="29" pos="3640">
          <p15:clr>
            <a:srgbClr val="FF00FF"/>
          </p15:clr>
        </p15:guide>
        <p15:guide id="30" pos="3698">
          <p15:clr>
            <a:srgbClr val="FF00FF"/>
          </p15:clr>
        </p15:guide>
        <p15:guide id="31" pos="3905">
          <p15:clr>
            <a:srgbClr val="FF00FF"/>
          </p15:clr>
        </p15:guide>
        <p15:guide id="32" pos="3963">
          <p15:clr>
            <a:srgbClr val="FF00FF"/>
          </p15:clr>
        </p15:guide>
        <p15:guide id="33" pos="4164">
          <p15:clr>
            <a:srgbClr val="FF00FF"/>
          </p15:clr>
        </p15:guide>
        <p15:guide id="34" pos="4228">
          <p15:clr>
            <a:srgbClr val="FF00FF"/>
          </p15:clr>
        </p15:guide>
        <p15:guide id="35" pos="4429">
          <p15:clr>
            <a:srgbClr val="FF00FF"/>
          </p15:clr>
        </p15:guide>
        <p15:guide id="36" pos="4493">
          <p15:clr>
            <a:srgbClr val="FF00FF"/>
          </p15:clr>
        </p15:guide>
        <p15:guide id="37" pos="4694">
          <p15:clr>
            <a:srgbClr val="FF00FF"/>
          </p15:clr>
        </p15:guide>
        <p15:guide id="38" pos="4752">
          <p15:clr>
            <a:srgbClr val="FF00FF"/>
          </p15:clr>
        </p15:guide>
        <p15:guide id="39" pos="4954">
          <p15:clr>
            <a:srgbClr val="FF00FF"/>
          </p15:clr>
        </p15:guide>
        <p15:guide id="40" pos="5017">
          <p15:clr>
            <a:srgbClr val="FF00FF"/>
          </p15:clr>
        </p15:guide>
        <p15:guide id="41" pos="5219">
          <p15:clr>
            <a:srgbClr val="FF00FF"/>
          </p15:clr>
        </p15:guide>
        <p15:guide id="42" pos="5288">
          <p15:clr>
            <a:srgbClr val="FF00FF"/>
          </p15:clr>
        </p15:guide>
        <p15:guide id="43" orient="horz" pos="559">
          <p15:clr>
            <a:srgbClr val="FF00FF"/>
          </p15:clr>
        </p15:guide>
        <p15:guide id="44" orient="horz" pos="3041">
          <p15:clr>
            <a:srgbClr val="FF00FF"/>
          </p15:clr>
        </p15:guide>
        <p15:guide id="45" orient="horz" pos="202">
          <p15:clr>
            <a:srgbClr val="FF00FF"/>
          </p15:clr>
        </p15:guide>
        <p15:guide id="46" orient="horz" pos="1619">
          <p15:clr>
            <a:srgbClr val="00FFFF"/>
          </p15:clr>
        </p15:guide>
        <p15:guide id="47" pos="2880">
          <p15:clr>
            <a:srgbClr val="00FFFF"/>
          </p15:clr>
        </p15:guide>
        <p15:guide id="48" orient="horz" pos="626">
          <p15:clr>
            <a:srgbClr val="FF00FF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>
            <a:extLst>
              <a:ext uri="{FF2B5EF4-FFF2-40B4-BE49-F238E27FC236}">
                <a16:creationId xmlns:a16="http://schemas.microsoft.com/office/drawing/2014/main" id="{9C4280B6-F924-49C3-A0A9-EB5DBAA90ED4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BFC97EA1-F76F-477F-A17B-8EFCB37166CF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12E6C8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EA45864C-EA80-4049-B41D-F120EAB1DA41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FINAL PRESENTATION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301D31F-AE70-4C76-8E7D-78A1E96C01B4}"/>
              </a:ext>
            </a:extLst>
          </p:cNvPr>
          <p:cNvSpPr>
            <a:spLocks noGrp="1"/>
          </p:cNvSpPr>
          <p:nvPr/>
        </p:nvSpPr>
        <p:spPr>
          <a:xfrm>
            <a:off x="533400" y="1066800"/>
            <a:ext cx="7239000" cy="647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43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defRPr>
            </a:pPr>
            <a:r>
              <a:rPr sz="43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rPr>
              <a:t>PharmaChain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605D5C7-E445-4179-9C79-25E1EF24E3BB}"/>
              </a:ext>
            </a:extLst>
          </p:cNvPr>
          <p:cNvSpPr>
            <a:spLocks noGrp="1"/>
          </p:cNvSpPr>
          <p:nvPr/>
        </p:nvSpPr>
        <p:spPr>
          <a:xfrm>
            <a:off x="571500" y="1752600"/>
            <a:ext cx="8001000" cy="800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2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defRPr>
            </a:pPr>
            <a:r>
              <a:rPr sz="22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rPr>
              <a:t>A blockchain provenance layer for pharmaceutical supply chains.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EB8EC59-8A7E-41C5-A092-9B1E11486002}"/>
              </a:ext>
            </a:extLst>
          </p:cNvPr>
          <p:cNvSpPr>
            <a:spLocks noGrp="1"/>
          </p:cNvSpPr>
          <p:nvPr/>
        </p:nvSpPr>
        <p:spPr>
          <a:xfrm>
            <a:off x="590550" y="2724150"/>
            <a:ext cx="6572250" cy="647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The system tracks drug batches from manufacturer to pharmacy, records custody transitions on-chain, and links off-chain certificates through IPFS.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92C6E70-1126-4CD2-A7F6-274EAB018EF3}"/>
              </a:ext>
            </a:extLst>
          </p:cNvPr>
          <p:cNvSpPr>
            <a:spLocks noGrp="1"/>
          </p:cNvSpPr>
          <p:nvPr/>
        </p:nvSpPr>
        <p:spPr>
          <a:xfrm>
            <a:off x="571500" y="3790950"/>
            <a:ext cx="2095500" cy="323850"/>
          </a:xfrm>
          <a:prstGeom prst="rect">
            <a:avLst/>
          </a:prstGeom>
          <a:solidFill>
            <a:srgbClr val="0B2236"/>
          </a:solidFill>
          <a:ln w="14288">
            <a:solidFill>
              <a:srgbClr val="12E6C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1DB1A4D-A1C5-4753-85D7-18AEA0C6F527}"/>
              </a:ext>
            </a:extLst>
          </p:cNvPr>
          <p:cNvSpPr>
            <a:spLocks noGrp="1"/>
          </p:cNvSpPr>
          <p:nvPr/>
        </p:nvSpPr>
        <p:spPr>
          <a:xfrm>
            <a:off x="704850" y="3857625"/>
            <a:ext cx="18288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ctr">
              <a:defRPr sz="975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975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Solidity smart contract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B92FC09-9FD1-477F-BE1C-26967E5B318A}"/>
              </a:ext>
            </a:extLst>
          </p:cNvPr>
          <p:cNvSpPr>
            <a:spLocks noGrp="1"/>
          </p:cNvSpPr>
          <p:nvPr/>
        </p:nvSpPr>
        <p:spPr>
          <a:xfrm>
            <a:off x="2857500" y="3790950"/>
            <a:ext cx="1809750" cy="323850"/>
          </a:xfrm>
          <a:prstGeom prst="rect">
            <a:avLst/>
          </a:prstGeom>
          <a:solidFill>
            <a:srgbClr val="0B2236"/>
          </a:solidFill>
          <a:ln w="14288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A1A4966-03BE-4482-A8D7-3A9D5F1819DE}"/>
              </a:ext>
            </a:extLst>
          </p:cNvPr>
          <p:cNvSpPr>
            <a:spLocks noGrp="1"/>
          </p:cNvSpPr>
          <p:nvPr/>
        </p:nvSpPr>
        <p:spPr>
          <a:xfrm>
            <a:off x="2990850" y="3857625"/>
            <a:ext cx="15430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ctr">
              <a:defRPr sz="975" b="1">
                <a:solidFill>
                  <a:srgbClr val="2D7FF9"/>
                </a:solidFill>
                <a:latin typeface="Aptos"/>
                <a:ea typeface="Aptos"/>
                <a:cs typeface="Aptos"/>
              </a:defRPr>
            </a:pPr>
            <a:r>
              <a:rPr sz="975" b="1">
                <a:solidFill>
                  <a:srgbClr val="2D7FF9"/>
                </a:solidFill>
                <a:latin typeface="Aptos"/>
                <a:ea typeface="Aptos"/>
                <a:cs typeface="Aptos"/>
              </a:rPr>
              <a:t>React + MetaMask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5C6DEC17-602A-493A-A6AB-D4C25B7A08E4}"/>
              </a:ext>
            </a:extLst>
          </p:cNvPr>
          <p:cNvSpPr>
            <a:spLocks noGrp="1"/>
          </p:cNvSpPr>
          <p:nvPr/>
        </p:nvSpPr>
        <p:spPr>
          <a:xfrm>
            <a:off x="4857750" y="3790950"/>
            <a:ext cx="2095500" cy="323850"/>
          </a:xfrm>
          <a:prstGeom prst="rect">
            <a:avLst/>
          </a:prstGeom>
          <a:solidFill>
            <a:srgbClr val="0B2236"/>
          </a:solidFill>
          <a:ln w="14288">
            <a:solidFill>
              <a:srgbClr val="2ECC71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08EC611-2BD5-4686-B19B-ACBEC2328BBA}"/>
              </a:ext>
            </a:extLst>
          </p:cNvPr>
          <p:cNvSpPr>
            <a:spLocks noGrp="1"/>
          </p:cNvSpPr>
          <p:nvPr/>
        </p:nvSpPr>
        <p:spPr>
          <a:xfrm>
            <a:off x="4991100" y="3857625"/>
            <a:ext cx="18288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ctr">
              <a:defRPr sz="975" b="1">
                <a:solidFill>
                  <a:srgbClr val="2ECC71"/>
                </a:solidFill>
                <a:latin typeface="Aptos"/>
                <a:ea typeface="Aptos"/>
                <a:cs typeface="Aptos"/>
              </a:defRPr>
            </a:pPr>
            <a:r>
              <a:rPr sz="975" b="1">
                <a:solidFill>
                  <a:srgbClr val="2ECC71"/>
                </a:solidFill>
                <a:latin typeface="Aptos"/>
                <a:ea typeface="Aptos"/>
                <a:cs typeface="Aptos"/>
              </a:rPr>
              <a:t>IPFS certificate CID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E21D3B2A-AC74-46D0-A3C6-A51890EA2A10}"/>
              </a:ext>
            </a:extLst>
          </p:cNvPr>
          <p:cNvSpPr>
            <a:spLocks noGrp="1"/>
          </p:cNvSpPr>
          <p:nvPr/>
        </p:nvSpPr>
        <p:spPr>
          <a:xfrm>
            <a:off x="7143750" y="3790950"/>
            <a:ext cx="1524000" cy="323850"/>
          </a:xfrm>
          <a:prstGeom prst="rect">
            <a:avLst/>
          </a:prstGeom>
          <a:solidFill>
            <a:srgbClr val="0B2236"/>
          </a:solidFill>
          <a:ln w="14288">
            <a:solidFill>
              <a:srgbClr val="F3B23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F2FA2043-E484-4DAB-8F55-C54A70956305}"/>
              </a:ext>
            </a:extLst>
          </p:cNvPr>
          <p:cNvSpPr>
            <a:spLocks noGrp="1"/>
          </p:cNvSpPr>
          <p:nvPr/>
        </p:nvSpPr>
        <p:spPr>
          <a:xfrm>
            <a:off x="7277100" y="3857625"/>
            <a:ext cx="12573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ctr">
              <a:defRPr sz="975" b="1">
                <a:solidFill>
                  <a:srgbClr val="F3B23A"/>
                </a:solidFill>
                <a:latin typeface="Aptos"/>
                <a:ea typeface="Aptos"/>
                <a:cs typeface="Aptos"/>
              </a:defRPr>
            </a:pPr>
            <a:r>
              <a:rPr sz="975" b="1">
                <a:solidFill>
                  <a:srgbClr val="F3B23A"/>
                </a:solidFill>
                <a:latin typeface="Aptos"/>
                <a:ea typeface="Aptos"/>
                <a:cs typeface="Aptos"/>
              </a:rPr>
              <a:t>Hardhat tests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B8356C9-D4A2-4ABA-A293-D4226845583A}"/>
              </a:ext>
            </a:extLst>
          </p:cNvPr>
          <p:cNvSpPr>
            <a:spLocks noGrp="1"/>
          </p:cNvSpPr>
          <p:nvPr/>
        </p:nvSpPr>
        <p:spPr>
          <a:xfrm>
            <a:off x="9096375" y="742950"/>
            <a:ext cx="2152650" cy="4953000"/>
          </a:xfrm>
          <a:prstGeom prst="rect">
            <a:avLst/>
          </a:prstGeom>
          <a:solidFill>
            <a:srgbClr val="0B2236"/>
          </a:solidFill>
          <a:ln w="11430">
            <a:solidFill>
              <a:srgbClr val="1A375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E102B73-9C09-42AE-98A7-F64A4519E854}"/>
              </a:ext>
            </a:extLst>
          </p:cNvPr>
          <p:cNvSpPr>
            <a:spLocks noGrp="1"/>
          </p:cNvSpPr>
          <p:nvPr/>
        </p:nvSpPr>
        <p:spPr>
          <a:xfrm>
            <a:off x="9429750" y="1257300"/>
            <a:ext cx="1428750" cy="4572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8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defRPr>
            </a:pPr>
            <a:r>
              <a:rPr sz="28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rPr>
              <a:t>4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B4EF3AF9-89C6-4B13-90BF-FC86A9992AE0}"/>
              </a:ext>
            </a:extLst>
          </p:cNvPr>
          <p:cNvSpPr>
            <a:spLocks noGrp="1"/>
          </p:cNvSpPr>
          <p:nvPr/>
        </p:nvSpPr>
        <p:spPr>
          <a:xfrm>
            <a:off x="9429750" y="1714500"/>
            <a:ext cx="1428750" cy="3619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stakeholder roles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E038626-C940-4546-BBF7-3F9A804F2C3E}"/>
              </a:ext>
            </a:extLst>
          </p:cNvPr>
          <p:cNvSpPr>
            <a:spLocks noGrp="1"/>
          </p:cNvSpPr>
          <p:nvPr/>
        </p:nvSpPr>
        <p:spPr>
          <a:xfrm>
            <a:off x="9429750" y="2428875"/>
            <a:ext cx="1619250" cy="4572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850" b="1">
                <a:solidFill>
                  <a:srgbClr val="2ECC71"/>
                </a:solidFill>
                <a:latin typeface="Aptos Display"/>
                <a:ea typeface="Aptos Display"/>
                <a:cs typeface="Aptos Display"/>
              </a:defRPr>
            </a:pPr>
            <a:r>
              <a:rPr sz="2850" b="1">
                <a:solidFill>
                  <a:srgbClr val="2ECC71"/>
                </a:solidFill>
                <a:latin typeface="Aptos Display"/>
                <a:ea typeface="Aptos Display"/>
                <a:cs typeface="Aptos Display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D8DE4D4D-4E9D-4484-A09F-6A8B114B7AB0}"/>
              </a:ext>
            </a:extLst>
          </p:cNvPr>
          <p:cNvSpPr>
            <a:spLocks noGrp="1"/>
          </p:cNvSpPr>
          <p:nvPr/>
        </p:nvSpPr>
        <p:spPr>
          <a:xfrm>
            <a:off x="9429750" y="2886075"/>
            <a:ext cx="1619250" cy="3619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batch lifecycle states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6AB9FF77-B7C4-48D2-9549-B20D3E605FAE}"/>
              </a:ext>
            </a:extLst>
          </p:cNvPr>
          <p:cNvSpPr>
            <a:spLocks noGrp="1"/>
          </p:cNvSpPr>
          <p:nvPr/>
        </p:nvSpPr>
        <p:spPr>
          <a:xfrm>
            <a:off x="9429750" y="3648075"/>
            <a:ext cx="1619250" cy="4572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850" b="1">
                <a:solidFill>
                  <a:srgbClr val="F3B23A"/>
                </a:solidFill>
                <a:latin typeface="Aptos Display"/>
                <a:ea typeface="Aptos Display"/>
                <a:cs typeface="Aptos Display"/>
              </a:defRPr>
            </a:pPr>
            <a:r>
              <a:rPr sz="2850" b="1" dirty="0">
                <a:solidFill>
                  <a:srgbClr val="F3B23A"/>
                </a:solidFill>
                <a:latin typeface="Aptos Display"/>
                <a:ea typeface="Aptos Display"/>
                <a:cs typeface="Aptos Display"/>
              </a:rPr>
              <a:t>E2E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EBFC2CAE-6187-49EC-9FFD-88C2CB8E753C}"/>
              </a:ext>
            </a:extLst>
          </p:cNvPr>
          <p:cNvSpPr>
            <a:spLocks noGrp="1"/>
          </p:cNvSpPr>
          <p:nvPr/>
        </p:nvSpPr>
        <p:spPr>
          <a:xfrm>
            <a:off x="9429750" y="4105275"/>
            <a:ext cx="1619250" cy="3619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registration to verification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570BBC0-723D-46A4-AC19-4C17D4D0056E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134E1BE-BE8A-4B5A-A010-053069B16D72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rPr>
              <a:t>01</a:t>
            </a:r>
          </a:p>
        </p:txBody>
      </p:sp>
      <p:pic>
        <p:nvPicPr>
          <p:cNvPr id="25" name="Google Shape;13;p19" descr="ASU_Horiz_RGB_Digital_MaroonGold.png">
            <a:extLst>
              <a:ext uri="{FF2B5EF4-FFF2-40B4-BE49-F238E27FC236}">
                <a16:creationId xmlns:a16="http://schemas.microsoft.com/office/drawing/2014/main" id="{D5D008A8-9B71-CB0C-39E5-C2ECB0E49B57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l="3994" t="13045" r="2039" b="14159"/>
          <a:stretch/>
        </p:blipFill>
        <p:spPr>
          <a:xfrm>
            <a:off x="385575" y="5519175"/>
            <a:ext cx="3767325" cy="810000"/>
          </a:xfrm>
          <a:prstGeom prst="rect">
            <a:avLst/>
          </a:prstGeom>
          <a:noFill/>
          <a:ln>
            <a:noFill/>
          </a:ln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D0500764-0F54-0CA8-C3FF-23A54B21B1A8}"/>
              </a:ext>
            </a:extLst>
          </p:cNvPr>
          <p:cNvSpPr>
            <a:spLocks noGrp="1"/>
          </p:cNvSpPr>
          <p:nvPr/>
        </p:nvSpPr>
        <p:spPr>
          <a:xfrm>
            <a:off x="590550" y="4943475"/>
            <a:ext cx="7943850" cy="647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>
              <a:defRPr sz="12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lang="en-US" sz="1275" dirty="0">
                <a:solidFill>
                  <a:srgbClr val="91A1B8"/>
                </a:solidFill>
                <a:latin typeface="Aptos"/>
                <a:ea typeface="Aptos"/>
                <a:cs typeface="Aptos"/>
              </a:rPr>
              <a:t>Krithika A Hegde * </a:t>
            </a:r>
            <a:r>
              <a:rPr lang="en-US" sz="1275" dirty="0" err="1">
                <a:solidFill>
                  <a:srgbClr val="91A1B8"/>
                </a:solidFill>
                <a:latin typeface="Aptos"/>
                <a:ea typeface="Aptos"/>
                <a:cs typeface="Aptos"/>
              </a:rPr>
              <a:t>Durgashivani</a:t>
            </a:r>
            <a:r>
              <a:rPr lang="en-US" sz="1275" dirty="0">
                <a:solidFill>
                  <a:srgbClr val="91A1B8"/>
                </a:solidFill>
                <a:latin typeface="Aptos"/>
                <a:ea typeface="Aptos"/>
                <a:cs typeface="Aptos"/>
              </a:rPr>
              <a:t> Sivabalan * Sanjay Soralamavu Dev * Vibha Govin Satish * Vivek Vidyadhar Kamath</a:t>
            </a:r>
            <a:endParaRPr sz="1275" b="0" dirty="0">
              <a:solidFill>
                <a:srgbClr val="91A1B8"/>
              </a:solidFill>
              <a:latin typeface="Aptos"/>
              <a:ea typeface="Aptos"/>
              <a:cs typeface="Aptos"/>
            </a:endParaRPr>
          </a:p>
        </p:txBody>
      </p:sp>
    </p:spTree>
    <p:extLst>
      <p:ext uri="{BB962C8B-B14F-4D97-AF65-F5344CB8AC3E}">
        <p14:creationId xmlns:p14="http://schemas.microsoft.com/office/powerpoint/2010/main" val="125439837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8CCE2E8A-3146-40B0-AA98-8CAA1DAD9B58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7FAFC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2E3C5EA9-E2DD-4CB5-89F0-E631008CBFCA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0C65F5A0-C882-4EED-8D80-FAFED18625D5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59687D"/>
                </a:solidFill>
                <a:latin typeface="Aptos"/>
                <a:ea typeface="Aptos"/>
                <a:cs typeface="Aptos"/>
              </a:rPr>
              <a:t>PROBLEM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03B84B4-D046-40D3-9DAA-2047A5917B98}"/>
              </a:ext>
            </a:extLst>
          </p:cNvPr>
          <p:cNvSpPr>
            <a:spLocks noGrp="1"/>
          </p:cNvSpPr>
          <p:nvPr/>
        </p:nvSpPr>
        <p:spPr>
          <a:xfrm>
            <a:off x="533400" y="742950"/>
            <a:ext cx="8572500" cy="895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7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27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The core issue is fragmented trust, not just inventory tracking.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A3A41B4-5897-417D-B4D3-479134F60E4C}"/>
              </a:ext>
            </a:extLst>
          </p:cNvPr>
          <p:cNvSpPr>
            <a:spLocks noGrp="1"/>
          </p:cNvSpPr>
          <p:nvPr/>
        </p:nvSpPr>
        <p:spPr>
          <a:xfrm>
            <a:off x="552450" y="1657350"/>
            <a:ext cx="7239000" cy="419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Counterfeit and unsafe drugs become harder to catch when each stakeholder keeps separate records.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76A7D1B-2883-4F66-AFBC-D1391C0254A1}"/>
              </a:ext>
            </a:extLst>
          </p:cNvPr>
          <p:cNvSpPr>
            <a:spLocks noGrp="1"/>
          </p:cNvSpPr>
          <p:nvPr/>
        </p:nvSpPr>
        <p:spPr>
          <a:xfrm>
            <a:off x="876300" y="2419350"/>
            <a:ext cx="342900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Traditional supply chain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E210615-3A71-494E-AF73-5814776EEDE3}"/>
              </a:ext>
            </a:extLst>
          </p:cNvPr>
          <p:cNvSpPr>
            <a:spLocks noGrp="1"/>
          </p:cNvSpPr>
          <p:nvPr/>
        </p:nvSpPr>
        <p:spPr>
          <a:xfrm>
            <a:off x="666750" y="2876550"/>
            <a:ext cx="3762375" cy="685800"/>
          </a:xfrm>
          <a:prstGeom prst="rect">
            <a:avLst/>
          </a:prstGeom>
          <a:solidFill>
            <a:srgbClr val="FFFFFF"/>
          </a:solidFill>
          <a:ln w="11430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660E9AB-76F9-49D8-9D98-59DB46DE98B7}"/>
              </a:ext>
            </a:extLst>
          </p:cNvPr>
          <p:cNvSpPr>
            <a:spLocks noGrp="1"/>
          </p:cNvSpPr>
          <p:nvPr/>
        </p:nvSpPr>
        <p:spPr>
          <a:xfrm>
            <a:off x="838200" y="3028950"/>
            <a:ext cx="3419475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27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Manufacturer database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2F8682E-359A-4988-AE53-FC9511AE9C42}"/>
              </a:ext>
            </a:extLst>
          </p:cNvPr>
          <p:cNvSpPr>
            <a:spLocks noGrp="1"/>
          </p:cNvSpPr>
          <p:nvPr/>
        </p:nvSpPr>
        <p:spPr>
          <a:xfrm>
            <a:off x="838200" y="3371850"/>
            <a:ext cx="3419475" cy="762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Batch creation stored locally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B58C74B3-B8C8-48BD-9ED8-C0D99890A788}"/>
              </a:ext>
            </a:extLst>
          </p:cNvPr>
          <p:cNvSpPr>
            <a:spLocks noGrp="1"/>
          </p:cNvSpPr>
          <p:nvPr/>
        </p:nvSpPr>
        <p:spPr>
          <a:xfrm>
            <a:off x="666750" y="3752850"/>
            <a:ext cx="3762375" cy="685800"/>
          </a:xfrm>
          <a:prstGeom prst="rect">
            <a:avLst/>
          </a:prstGeom>
          <a:solidFill>
            <a:srgbClr val="FFFFFF"/>
          </a:solidFill>
          <a:ln w="11430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BCC2F2C-D2A1-4FB1-A2DD-76D7FC189A88}"/>
              </a:ext>
            </a:extLst>
          </p:cNvPr>
          <p:cNvSpPr>
            <a:spLocks noGrp="1"/>
          </p:cNvSpPr>
          <p:nvPr/>
        </p:nvSpPr>
        <p:spPr>
          <a:xfrm>
            <a:off x="838200" y="3905250"/>
            <a:ext cx="3419475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27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Distributor records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7970FB8-6BC8-487E-A994-53BB1F81A120}"/>
              </a:ext>
            </a:extLst>
          </p:cNvPr>
          <p:cNvSpPr>
            <a:spLocks noGrp="1"/>
          </p:cNvSpPr>
          <p:nvPr/>
        </p:nvSpPr>
        <p:spPr>
          <a:xfrm>
            <a:off x="838200" y="4248150"/>
            <a:ext cx="3419475" cy="762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Shipping movement stored separately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13AF772E-3E3A-49E8-83B6-4769F11926EF}"/>
              </a:ext>
            </a:extLst>
          </p:cNvPr>
          <p:cNvSpPr>
            <a:spLocks noGrp="1"/>
          </p:cNvSpPr>
          <p:nvPr/>
        </p:nvSpPr>
        <p:spPr>
          <a:xfrm>
            <a:off x="666750" y="4629150"/>
            <a:ext cx="3762375" cy="685800"/>
          </a:xfrm>
          <a:prstGeom prst="rect">
            <a:avLst/>
          </a:prstGeom>
          <a:solidFill>
            <a:srgbClr val="FFFFFF"/>
          </a:solidFill>
          <a:ln w="11430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8597DA7E-E7E5-468C-A472-B2401EA5A605}"/>
              </a:ext>
            </a:extLst>
          </p:cNvPr>
          <p:cNvSpPr>
            <a:spLocks noGrp="1"/>
          </p:cNvSpPr>
          <p:nvPr/>
        </p:nvSpPr>
        <p:spPr>
          <a:xfrm>
            <a:off x="838200" y="4781550"/>
            <a:ext cx="3419475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27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Pharmacy system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E5ABB8B-57EF-43D9-AD17-2B727B0B19FC}"/>
              </a:ext>
            </a:extLst>
          </p:cNvPr>
          <p:cNvSpPr>
            <a:spLocks noGrp="1"/>
          </p:cNvSpPr>
          <p:nvPr/>
        </p:nvSpPr>
        <p:spPr>
          <a:xfrm>
            <a:off x="838200" y="5124450"/>
            <a:ext cx="3419475" cy="762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Final receipt exists in another silo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902FAE5-6A01-4E39-BBFC-A1BCDF27FC9A}"/>
              </a:ext>
            </a:extLst>
          </p:cNvPr>
          <p:cNvSpPr>
            <a:spLocks noGrp="1"/>
          </p:cNvSpPr>
          <p:nvPr/>
        </p:nvSpPr>
        <p:spPr>
          <a:xfrm>
            <a:off x="8048625" y="2419350"/>
            <a:ext cx="247650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PharmaChain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64A22218-8AD4-4756-AC34-85372B5E9DEF}"/>
              </a:ext>
            </a:extLst>
          </p:cNvPr>
          <p:cNvSpPr>
            <a:spLocks noGrp="1"/>
          </p:cNvSpPr>
          <p:nvPr/>
        </p:nvSpPr>
        <p:spPr>
          <a:xfrm>
            <a:off x="7524750" y="2876550"/>
            <a:ext cx="3429000" cy="2438400"/>
          </a:xfrm>
          <a:prstGeom prst="rect">
            <a:avLst/>
          </a:prstGeom>
          <a:solidFill>
            <a:srgbClr val="ECFFFA"/>
          </a:solidFill>
          <a:ln w="11430">
            <a:solidFill>
              <a:srgbClr val="9EEB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CAC2D87E-5D7C-4B36-8481-C9A88F589BCA}"/>
              </a:ext>
            </a:extLst>
          </p:cNvPr>
          <p:cNvSpPr>
            <a:spLocks noGrp="1"/>
          </p:cNvSpPr>
          <p:nvPr/>
        </p:nvSpPr>
        <p:spPr>
          <a:xfrm>
            <a:off x="7696200" y="3028950"/>
            <a:ext cx="308610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Shared blockchain record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5B98AC6-12C0-4E32-96C9-52DF3713A44E}"/>
              </a:ext>
            </a:extLst>
          </p:cNvPr>
          <p:cNvSpPr>
            <a:spLocks noGrp="1"/>
          </p:cNvSpPr>
          <p:nvPr/>
        </p:nvSpPr>
        <p:spPr>
          <a:xfrm>
            <a:off x="7696200" y="3371850"/>
            <a:ext cx="3086100" cy="18288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00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200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Every custody event is written through the same smart contract rules. Stakeholders can verify provenance from one tamper-resistant source of truth.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40170D3B-A09C-4149-961B-28C033A6A666}"/>
              </a:ext>
            </a:extLst>
          </p:cNvPr>
          <p:cNvSpPr>
            <a:spLocks noGrp="1"/>
          </p:cNvSpPr>
          <p:nvPr/>
        </p:nvSpPr>
        <p:spPr>
          <a:xfrm>
            <a:off x="4743450" y="4160520"/>
            <a:ext cx="2400300" cy="22860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Straight Connector 20">
            <a:extLst>
              <a:ext uri="{FF2B5EF4-FFF2-40B4-BE49-F238E27FC236}">
                <a16:creationId xmlns:a16="http://schemas.microsoft.com/office/drawing/2014/main" id="{F6519336-B5A4-4740-A8EF-9B636C7EA9C3}"/>
              </a:ext>
            </a:extLst>
          </p:cNvPr>
          <p:cNvSpPr>
            <a:spLocks noGrp="1"/>
          </p:cNvSpPr>
          <p:nvPr/>
        </p:nvSpPr>
        <p:spPr>
          <a:xfrm>
            <a:off x="7143750" y="417195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Straight Connector 21">
            <a:extLst>
              <a:ext uri="{FF2B5EF4-FFF2-40B4-BE49-F238E27FC236}">
                <a16:creationId xmlns:a16="http://schemas.microsoft.com/office/drawing/2014/main" id="{4759C4CC-B47B-4C76-984E-C0DF3798459F}"/>
              </a:ext>
            </a:extLst>
          </p:cNvPr>
          <p:cNvSpPr>
            <a:spLocks noGrp="1"/>
          </p:cNvSpPr>
          <p:nvPr/>
        </p:nvSpPr>
        <p:spPr>
          <a:xfrm>
            <a:off x="7143750" y="417195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6525B302-39E3-4C57-98F5-1FE413DA297A}"/>
              </a:ext>
            </a:extLst>
          </p:cNvPr>
          <p:cNvSpPr>
            <a:spLocks noGrp="1"/>
          </p:cNvSpPr>
          <p:nvPr/>
        </p:nvSpPr>
        <p:spPr>
          <a:xfrm>
            <a:off x="4972050" y="3486150"/>
            <a:ext cx="194310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050" b="1">
                <a:solidFill>
                  <a:srgbClr val="2D7FF9"/>
                </a:solidFill>
                <a:latin typeface="Aptos"/>
                <a:ea typeface="Aptos"/>
                <a:cs typeface="Aptos"/>
              </a:defRPr>
            </a:pPr>
            <a:r>
              <a:rPr sz="1050" b="1">
                <a:solidFill>
                  <a:srgbClr val="2D7FF9"/>
                </a:solidFill>
                <a:latin typeface="Aptos"/>
                <a:ea typeface="Aptos"/>
                <a:cs typeface="Aptos"/>
              </a:rPr>
              <a:t>Smart contract replaces disconnected trust with shared rules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D64766C2-9546-4A55-B57F-0AFAE6AFE59A}"/>
              </a:ext>
            </a:extLst>
          </p:cNvPr>
          <p:cNvSpPr>
            <a:spLocks noGrp="1"/>
          </p:cNvSpPr>
          <p:nvPr/>
        </p:nvSpPr>
        <p:spPr>
          <a:xfrm>
            <a:off x="4743450" y="4629150"/>
            <a:ext cx="2400300" cy="1123950"/>
          </a:xfrm>
          <a:prstGeom prst="rect">
            <a:avLst/>
          </a:prstGeom>
          <a:solidFill>
            <a:srgbClr val="FFF8E5"/>
          </a:solidFill>
          <a:ln w="11430">
            <a:solidFill>
              <a:srgbClr val="F1D38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60B08DAC-06DC-4E2A-8FAD-C61122A4402C}"/>
              </a:ext>
            </a:extLst>
          </p:cNvPr>
          <p:cNvSpPr>
            <a:spLocks noGrp="1"/>
          </p:cNvSpPr>
          <p:nvPr/>
        </p:nvSpPr>
        <p:spPr>
          <a:xfrm>
            <a:off x="4914900" y="4781550"/>
            <a:ext cx="205740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27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Why blockchain?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C975AEA-8FA4-4964-B540-567D89463AFE}"/>
              </a:ext>
            </a:extLst>
          </p:cNvPr>
          <p:cNvSpPr>
            <a:spLocks noGrp="1"/>
          </p:cNvSpPr>
          <p:nvPr/>
        </p:nvSpPr>
        <p:spPr>
          <a:xfrm>
            <a:off x="4914900" y="5124450"/>
            <a:ext cx="2057400" cy="514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Immutable audit trail across organizations that may not fully trust each other.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AA7E98E-748E-40DC-BFF3-A625F4B8904F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6544F3A-9CD2-47EA-9D78-511B1AB0ED90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rPr>
              <a:t>02</a:t>
            </a:r>
          </a:p>
        </p:txBody>
      </p:sp>
    </p:spTree>
    <p:extLst>
      <p:ext uri="{BB962C8B-B14F-4D97-AF65-F5344CB8AC3E}">
        <p14:creationId xmlns:p14="http://schemas.microsoft.com/office/powerpoint/2010/main" val="71737482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Rectangle 36">
            <a:extLst>
              <a:ext uri="{FF2B5EF4-FFF2-40B4-BE49-F238E27FC236}">
                <a16:creationId xmlns:a16="http://schemas.microsoft.com/office/drawing/2014/main" id="{0590AED6-4190-40A7-951D-22B71AC0619F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51C084DD-717E-402E-A3C1-04BD1DACFE66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12E6C8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65171363-E5F0-4097-8BB9-53C6A5E64F18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STAKEHOLDERS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EDC2E17-B56C-4396-B917-11834D558D57}"/>
              </a:ext>
            </a:extLst>
          </p:cNvPr>
          <p:cNvSpPr>
            <a:spLocks noGrp="1"/>
          </p:cNvSpPr>
          <p:nvPr/>
        </p:nvSpPr>
        <p:spPr>
          <a:xfrm>
            <a:off x="533400" y="742950"/>
            <a:ext cx="8572500" cy="895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70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defRPr>
            </a:pPr>
            <a:r>
              <a:rPr sz="270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rPr>
              <a:t>Stakeholder roles become explicit contract permissions.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41AC343-1E9B-4C64-82E9-AE0B1A33E71B}"/>
              </a:ext>
            </a:extLst>
          </p:cNvPr>
          <p:cNvSpPr>
            <a:spLocks noGrp="1"/>
          </p:cNvSpPr>
          <p:nvPr/>
        </p:nvSpPr>
        <p:spPr>
          <a:xfrm>
            <a:off x="552450" y="1657350"/>
            <a:ext cx="7239000" cy="419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Role-based access control keeps each participant inside the actions they should be allowed to perform.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726AEB5-1B7D-4794-960A-C917AADBF712}"/>
              </a:ext>
            </a:extLst>
          </p:cNvPr>
          <p:cNvSpPr>
            <a:spLocks noGrp="1"/>
          </p:cNvSpPr>
          <p:nvPr/>
        </p:nvSpPr>
        <p:spPr>
          <a:xfrm>
            <a:off x="685800" y="2571750"/>
            <a:ext cx="2571750" cy="2628900"/>
          </a:xfrm>
          <a:prstGeom prst="rect">
            <a:avLst/>
          </a:prstGeom>
          <a:solidFill>
            <a:srgbClr val="0B2236"/>
          </a:solidFill>
          <a:ln w="11430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E1CD66F-0C1B-4415-867F-E663A98CDD3F}"/>
              </a:ext>
            </a:extLst>
          </p:cNvPr>
          <p:cNvSpPr>
            <a:spLocks noGrp="1"/>
          </p:cNvSpPr>
          <p:nvPr/>
        </p:nvSpPr>
        <p:spPr>
          <a:xfrm>
            <a:off x="685800" y="2571750"/>
            <a:ext cx="2571750" cy="76200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B7ED35AB-72A3-42D8-8660-ED6F7F89A0EC}"/>
              </a:ext>
            </a:extLst>
          </p:cNvPr>
          <p:cNvSpPr>
            <a:spLocks noGrp="1"/>
          </p:cNvSpPr>
          <p:nvPr/>
        </p:nvSpPr>
        <p:spPr>
          <a:xfrm>
            <a:off x="876300" y="2857500"/>
            <a:ext cx="2190750" cy="3048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6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defRPr>
            </a:pPr>
            <a:r>
              <a:rPr sz="16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rPr>
              <a:t>Manufacturer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346E4A3-137F-4115-9F0C-2FF1BF61ACAC}"/>
              </a:ext>
            </a:extLst>
          </p:cNvPr>
          <p:cNvSpPr>
            <a:spLocks noGrp="1"/>
          </p:cNvSpPr>
          <p:nvPr/>
        </p:nvSpPr>
        <p:spPr>
          <a:xfrm>
            <a:off x="895350" y="3390900"/>
            <a:ext cx="7620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825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825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CAN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8862F3D-110E-4A96-A661-6A6234FE537F}"/>
              </a:ext>
            </a:extLst>
          </p:cNvPr>
          <p:cNvSpPr>
            <a:spLocks noGrp="1"/>
          </p:cNvSpPr>
          <p:nvPr/>
        </p:nvSpPr>
        <p:spPr>
          <a:xfrm>
            <a:off x="895350" y="3619500"/>
            <a:ext cx="2152650" cy="590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1">
                <a:solidFill>
                  <a:srgbClr val="2D7FF9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2D7FF9"/>
                </a:solidFill>
                <a:latin typeface="Aptos"/>
                <a:ea typeface="Aptos"/>
                <a:cs typeface="Aptos"/>
              </a:rPr>
              <a:t>Register batch</a:t>
            </a:r>
          </a:p>
          <a:p>
            <a:pPr algn="l">
              <a:defRPr sz="1275" b="1">
                <a:solidFill>
                  <a:srgbClr val="2D7FF9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2D7FF9"/>
                </a:solidFill>
                <a:latin typeface="Aptos"/>
                <a:ea typeface="Aptos"/>
                <a:cs typeface="Aptos"/>
              </a:rPr>
              <a:t>Transfer to distributor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B98555FB-663D-47BA-AD04-BD0C2D852122}"/>
              </a:ext>
            </a:extLst>
          </p:cNvPr>
          <p:cNvSpPr>
            <a:spLocks noGrp="1"/>
          </p:cNvSpPr>
          <p:nvPr/>
        </p:nvSpPr>
        <p:spPr>
          <a:xfrm>
            <a:off x="895350" y="4400550"/>
            <a:ext cx="11430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825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825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SYSTEM ROLE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65622584-EF15-4F91-B940-0089DB9D3A49}"/>
              </a:ext>
            </a:extLst>
          </p:cNvPr>
          <p:cNvSpPr>
            <a:spLocks noGrp="1"/>
          </p:cNvSpPr>
          <p:nvPr/>
        </p:nvSpPr>
        <p:spPr>
          <a:xfrm>
            <a:off x="895350" y="4629150"/>
            <a:ext cx="2152650" cy="4572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50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1050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Owns initial custody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9D83B68-61DD-447C-B8D9-D80C7796ADA7}"/>
              </a:ext>
            </a:extLst>
          </p:cNvPr>
          <p:cNvSpPr>
            <a:spLocks noGrp="1"/>
          </p:cNvSpPr>
          <p:nvPr/>
        </p:nvSpPr>
        <p:spPr>
          <a:xfrm>
            <a:off x="3467100" y="2571750"/>
            <a:ext cx="2571750" cy="2628900"/>
          </a:xfrm>
          <a:prstGeom prst="rect">
            <a:avLst/>
          </a:prstGeom>
          <a:solidFill>
            <a:srgbClr val="0B2236"/>
          </a:solidFill>
          <a:ln w="11430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C64A710F-E3FA-4CAA-AD74-0C5CEAA05BDF}"/>
              </a:ext>
            </a:extLst>
          </p:cNvPr>
          <p:cNvSpPr>
            <a:spLocks noGrp="1"/>
          </p:cNvSpPr>
          <p:nvPr/>
        </p:nvSpPr>
        <p:spPr>
          <a:xfrm>
            <a:off x="3467100" y="2571750"/>
            <a:ext cx="2571750" cy="76200"/>
          </a:xfrm>
          <a:prstGeom prst="rect">
            <a:avLst/>
          </a:prstGeom>
          <a:solidFill>
            <a:srgbClr val="F3B23A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59D64BE9-7D07-4EE0-BCDA-7C290A96E1AF}"/>
              </a:ext>
            </a:extLst>
          </p:cNvPr>
          <p:cNvSpPr>
            <a:spLocks noGrp="1"/>
          </p:cNvSpPr>
          <p:nvPr/>
        </p:nvSpPr>
        <p:spPr>
          <a:xfrm>
            <a:off x="3657600" y="2857500"/>
            <a:ext cx="2190750" cy="3048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6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defRPr>
            </a:pPr>
            <a:r>
              <a:rPr sz="16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rPr>
              <a:t>Distributor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9EC189A-D67D-4FE0-8704-21B941E7EB6A}"/>
              </a:ext>
            </a:extLst>
          </p:cNvPr>
          <p:cNvSpPr>
            <a:spLocks noGrp="1"/>
          </p:cNvSpPr>
          <p:nvPr/>
        </p:nvSpPr>
        <p:spPr>
          <a:xfrm>
            <a:off x="3676650" y="3390900"/>
            <a:ext cx="7620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825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825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CAN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3794972F-6E43-4563-A5F9-645BD135AF4C}"/>
              </a:ext>
            </a:extLst>
          </p:cNvPr>
          <p:cNvSpPr>
            <a:spLocks noGrp="1"/>
          </p:cNvSpPr>
          <p:nvPr/>
        </p:nvSpPr>
        <p:spPr>
          <a:xfrm>
            <a:off x="3676650" y="3619500"/>
            <a:ext cx="2152650" cy="590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1">
                <a:solidFill>
                  <a:srgbClr val="F3B23A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F3B23A"/>
                </a:solidFill>
                <a:latin typeface="Aptos"/>
                <a:ea typeface="Aptos"/>
                <a:cs typeface="Aptos"/>
              </a:rPr>
              <a:t>Receive custody</a:t>
            </a:r>
          </a:p>
          <a:p>
            <a:pPr algn="l">
              <a:defRPr sz="1275" b="1">
                <a:solidFill>
                  <a:srgbClr val="F3B23A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F3B23A"/>
                </a:solidFill>
                <a:latin typeface="Aptos"/>
                <a:ea typeface="Aptos"/>
                <a:cs typeface="Aptos"/>
              </a:rPr>
              <a:t>Transfer to pharmacy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91164CE-E7D3-4EA7-9EA1-CD2F68CBCA2D}"/>
              </a:ext>
            </a:extLst>
          </p:cNvPr>
          <p:cNvSpPr>
            <a:spLocks noGrp="1"/>
          </p:cNvSpPr>
          <p:nvPr/>
        </p:nvSpPr>
        <p:spPr>
          <a:xfrm>
            <a:off x="3676650" y="4400550"/>
            <a:ext cx="11430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825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825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SYSTEM ROLE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89375704-008D-4221-88D8-9D277357628B}"/>
              </a:ext>
            </a:extLst>
          </p:cNvPr>
          <p:cNvSpPr>
            <a:spLocks noGrp="1"/>
          </p:cNvSpPr>
          <p:nvPr/>
        </p:nvSpPr>
        <p:spPr>
          <a:xfrm>
            <a:off x="3676650" y="4629150"/>
            <a:ext cx="2152650" cy="4572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50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1050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Maintains logistics trail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91C10812-E2BB-4FDC-B778-26C92923B761}"/>
              </a:ext>
            </a:extLst>
          </p:cNvPr>
          <p:cNvSpPr>
            <a:spLocks noGrp="1"/>
          </p:cNvSpPr>
          <p:nvPr/>
        </p:nvSpPr>
        <p:spPr>
          <a:xfrm>
            <a:off x="6248400" y="2571750"/>
            <a:ext cx="2571750" cy="2628900"/>
          </a:xfrm>
          <a:prstGeom prst="rect">
            <a:avLst/>
          </a:prstGeom>
          <a:solidFill>
            <a:srgbClr val="0B2236"/>
          </a:solidFill>
          <a:ln w="11430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CDAB0AC0-44C8-4214-9D89-F176CB930F05}"/>
              </a:ext>
            </a:extLst>
          </p:cNvPr>
          <p:cNvSpPr>
            <a:spLocks noGrp="1"/>
          </p:cNvSpPr>
          <p:nvPr/>
        </p:nvSpPr>
        <p:spPr>
          <a:xfrm>
            <a:off x="6248400" y="2571750"/>
            <a:ext cx="2571750" cy="76200"/>
          </a:xfrm>
          <a:prstGeom prst="rect">
            <a:avLst/>
          </a:prstGeom>
          <a:solidFill>
            <a:srgbClr val="2ECC71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F8D72EB3-0C8D-49FA-B86C-3FFE09A0E695}"/>
              </a:ext>
            </a:extLst>
          </p:cNvPr>
          <p:cNvSpPr>
            <a:spLocks noGrp="1"/>
          </p:cNvSpPr>
          <p:nvPr/>
        </p:nvSpPr>
        <p:spPr>
          <a:xfrm>
            <a:off x="6438900" y="2857500"/>
            <a:ext cx="2190750" cy="3048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6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defRPr>
            </a:pPr>
            <a:r>
              <a:rPr sz="16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rPr>
              <a:t>Pharmacy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595C1594-5F25-4F09-BACF-33DCAA9B8D13}"/>
              </a:ext>
            </a:extLst>
          </p:cNvPr>
          <p:cNvSpPr>
            <a:spLocks noGrp="1"/>
          </p:cNvSpPr>
          <p:nvPr/>
        </p:nvSpPr>
        <p:spPr>
          <a:xfrm>
            <a:off x="6457950" y="3390900"/>
            <a:ext cx="7620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825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825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CAN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E8B6D7D-21E0-4C9F-88CB-AFF87121F892}"/>
              </a:ext>
            </a:extLst>
          </p:cNvPr>
          <p:cNvSpPr>
            <a:spLocks noGrp="1"/>
          </p:cNvSpPr>
          <p:nvPr/>
        </p:nvSpPr>
        <p:spPr>
          <a:xfrm>
            <a:off x="6457950" y="3619500"/>
            <a:ext cx="2152650" cy="590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1">
                <a:solidFill>
                  <a:srgbClr val="2ECC71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2ECC71"/>
                </a:solidFill>
                <a:latin typeface="Aptos"/>
                <a:ea typeface="Aptos"/>
                <a:cs typeface="Aptos"/>
              </a:rPr>
              <a:t>Receive batch</a:t>
            </a:r>
          </a:p>
          <a:p>
            <a:pPr algn="l">
              <a:defRPr sz="1275" b="1">
                <a:solidFill>
                  <a:srgbClr val="2ECC71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2ECC71"/>
                </a:solidFill>
                <a:latin typeface="Aptos"/>
                <a:ea typeface="Aptos"/>
                <a:cs typeface="Aptos"/>
              </a:rPr>
              <a:t>Mark dispensed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BA3D7B3B-DE55-42E8-A628-F3B086F619E5}"/>
              </a:ext>
            </a:extLst>
          </p:cNvPr>
          <p:cNvSpPr>
            <a:spLocks noGrp="1"/>
          </p:cNvSpPr>
          <p:nvPr/>
        </p:nvSpPr>
        <p:spPr>
          <a:xfrm>
            <a:off x="6457950" y="4400550"/>
            <a:ext cx="11430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825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825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SYSTEM ROLE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C2AD9EB4-E9D3-4D45-82E6-5CA96CA1432F}"/>
              </a:ext>
            </a:extLst>
          </p:cNvPr>
          <p:cNvSpPr>
            <a:spLocks noGrp="1"/>
          </p:cNvSpPr>
          <p:nvPr/>
        </p:nvSpPr>
        <p:spPr>
          <a:xfrm>
            <a:off x="6457950" y="4629150"/>
            <a:ext cx="2152650" cy="4572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50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1050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Final patient-facing checkpoint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A2C3650-CD49-4949-98D9-D6DA558AA285}"/>
              </a:ext>
            </a:extLst>
          </p:cNvPr>
          <p:cNvSpPr>
            <a:spLocks noGrp="1"/>
          </p:cNvSpPr>
          <p:nvPr/>
        </p:nvSpPr>
        <p:spPr>
          <a:xfrm>
            <a:off x="9029700" y="2571750"/>
            <a:ext cx="2571750" cy="2628900"/>
          </a:xfrm>
          <a:prstGeom prst="rect">
            <a:avLst/>
          </a:prstGeom>
          <a:solidFill>
            <a:srgbClr val="0B2236"/>
          </a:solidFill>
          <a:ln w="11430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49152C1B-5F10-45E8-B2B2-9BF90DCA2DF8}"/>
              </a:ext>
            </a:extLst>
          </p:cNvPr>
          <p:cNvSpPr>
            <a:spLocks noGrp="1"/>
          </p:cNvSpPr>
          <p:nvPr/>
        </p:nvSpPr>
        <p:spPr>
          <a:xfrm>
            <a:off x="9029700" y="2571750"/>
            <a:ext cx="2571750" cy="76200"/>
          </a:xfrm>
          <a:prstGeom prst="rect">
            <a:avLst/>
          </a:prstGeom>
          <a:solidFill>
            <a:srgbClr val="E95D5D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C12FCB08-DE8B-4BD0-A69C-F5C49C0E0116}"/>
              </a:ext>
            </a:extLst>
          </p:cNvPr>
          <p:cNvSpPr>
            <a:spLocks noGrp="1"/>
          </p:cNvSpPr>
          <p:nvPr/>
        </p:nvSpPr>
        <p:spPr>
          <a:xfrm>
            <a:off x="9220200" y="2857500"/>
            <a:ext cx="2190750" cy="3048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6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defRPr>
            </a:pPr>
            <a:r>
              <a:rPr sz="16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rPr>
              <a:t>Regulator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AB066DF-91B5-426C-BA4A-DBAD085CC27F}"/>
              </a:ext>
            </a:extLst>
          </p:cNvPr>
          <p:cNvSpPr>
            <a:spLocks noGrp="1"/>
          </p:cNvSpPr>
          <p:nvPr/>
        </p:nvSpPr>
        <p:spPr>
          <a:xfrm>
            <a:off x="9239250" y="3390900"/>
            <a:ext cx="7620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825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825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CAN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B6BE51B3-D7B7-4539-8360-26AB3C473D1D}"/>
              </a:ext>
            </a:extLst>
          </p:cNvPr>
          <p:cNvSpPr>
            <a:spLocks noGrp="1"/>
          </p:cNvSpPr>
          <p:nvPr/>
        </p:nvSpPr>
        <p:spPr>
          <a:xfrm>
            <a:off x="9239250" y="3619500"/>
            <a:ext cx="2152650" cy="590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1">
                <a:solidFill>
                  <a:srgbClr val="E95D5D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E95D5D"/>
                </a:solidFill>
                <a:latin typeface="Aptos"/>
                <a:ea typeface="Aptos"/>
                <a:cs typeface="Aptos"/>
              </a:rPr>
              <a:t>Assign roles</a:t>
            </a:r>
          </a:p>
          <a:p>
            <a:pPr algn="l">
              <a:defRPr sz="1275" b="1">
                <a:solidFill>
                  <a:srgbClr val="E95D5D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E95D5D"/>
                </a:solidFill>
                <a:latin typeface="Aptos"/>
                <a:ea typeface="Aptos"/>
                <a:cs typeface="Aptos"/>
              </a:rPr>
              <a:t>Issue recall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E1E1499C-73DC-4E88-8F7D-947B98F9B0B7}"/>
              </a:ext>
            </a:extLst>
          </p:cNvPr>
          <p:cNvSpPr>
            <a:spLocks noGrp="1"/>
          </p:cNvSpPr>
          <p:nvPr/>
        </p:nvSpPr>
        <p:spPr>
          <a:xfrm>
            <a:off x="9239250" y="4400550"/>
            <a:ext cx="11430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825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825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SYSTEM ROLE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7C95C559-F910-4913-8B0D-61D15D1C46EB}"/>
              </a:ext>
            </a:extLst>
          </p:cNvPr>
          <p:cNvSpPr>
            <a:spLocks noGrp="1"/>
          </p:cNvSpPr>
          <p:nvPr/>
        </p:nvSpPr>
        <p:spPr>
          <a:xfrm>
            <a:off x="9239250" y="4629150"/>
            <a:ext cx="2152650" cy="4572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50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1050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Audits and safety control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9E2748D-2AE8-43F2-80D3-66F8D11F43FD}"/>
              </a:ext>
            </a:extLst>
          </p:cNvPr>
          <p:cNvSpPr>
            <a:spLocks noGrp="1"/>
          </p:cNvSpPr>
          <p:nvPr/>
        </p:nvSpPr>
        <p:spPr>
          <a:xfrm>
            <a:off x="1104900" y="5619750"/>
            <a:ext cx="9810750" cy="3619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425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defRPr>
            </a:pPr>
            <a:r>
              <a:rPr sz="1425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rPr>
              <a:t>The contract checks the sender role and current ownership before accepting transactions.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1C018D8A-000E-4397-BC23-C1713CA1AC3A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AE9C2413-B3F8-42D1-A86D-492224EEBD21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rPr>
              <a:t>03</a:t>
            </a:r>
          </a:p>
        </p:txBody>
      </p:sp>
    </p:spTree>
    <p:extLst>
      <p:ext uri="{BB962C8B-B14F-4D97-AF65-F5344CB8AC3E}">
        <p14:creationId xmlns:p14="http://schemas.microsoft.com/office/powerpoint/2010/main" val="29767037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>
            <a:extLst>
              <a:ext uri="{FF2B5EF4-FFF2-40B4-BE49-F238E27FC236}">
                <a16:creationId xmlns:a16="http://schemas.microsoft.com/office/drawing/2014/main" id="{6509409C-5DE5-4EFD-A117-E381D18159D1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7FAFC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D958FA9C-6042-42CD-8995-0A465A2294FF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D8801AED-EF7A-4845-8F7C-7F2057A670FD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59687D"/>
                </a:solidFill>
                <a:latin typeface="Aptos"/>
                <a:ea typeface="Aptos"/>
                <a:cs typeface="Aptos"/>
              </a:rPr>
              <a:t>ARCHITECTURE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EC28563-7897-442E-A215-89F1FD038226}"/>
              </a:ext>
            </a:extLst>
          </p:cNvPr>
          <p:cNvSpPr>
            <a:spLocks noGrp="1"/>
          </p:cNvSpPr>
          <p:nvPr/>
        </p:nvSpPr>
        <p:spPr>
          <a:xfrm>
            <a:off x="533400" y="742950"/>
            <a:ext cx="8572500" cy="895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5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25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The frontend, wallet, smart contract, and IPFS each own one clear responsibility.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9FAC89A-FE45-4878-A6D7-5DD38E763821}"/>
              </a:ext>
            </a:extLst>
          </p:cNvPr>
          <p:cNvSpPr>
            <a:spLocks noGrp="1"/>
          </p:cNvSpPr>
          <p:nvPr/>
        </p:nvSpPr>
        <p:spPr>
          <a:xfrm>
            <a:off x="552450" y="1657350"/>
            <a:ext cx="7239000" cy="419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The system avoids putting bulky certificate files on-chain while keeping a permanent blockchain reference.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492C64B-F706-4175-8F19-9B7890B262B3}"/>
              </a:ext>
            </a:extLst>
          </p:cNvPr>
          <p:cNvSpPr>
            <a:spLocks noGrp="1"/>
          </p:cNvSpPr>
          <p:nvPr/>
        </p:nvSpPr>
        <p:spPr>
          <a:xfrm>
            <a:off x="723900" y="2647950"/>
            <a:ext cx="2047875" cy="1123950"/>
          </a:xfrm>
          <a:prstGeom prst="rect">
            <a:avLst/>
          </a:prstGeom>
          <a:solidFill>
            <a:srgbClr val="FFFFFF"/>
          </a:solidFill>
          <a:ln w="11430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87F4715-48F5-446A-BB4C-CEEE80A170F4}"/>
              </a:ext>
            </a:extLst>
          </p:cNvPr>
          <p:cNvSpPr>
            <a:spLocks noGrp="1"/>
          </p:cNvSpPr>
          <p:nvPr/>
        </p:nvSpPr>
        <p:spPr>
          <a:xfrm>
            <a:off x="895350" y="2800350"/>
            <a:ext cx="1704975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42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42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React UI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31CB688-1C10-41C6-A77C-3DD140F35D30}"/>
              </a:ext>
            </a:extLst>
          </p:cNvPr>
          <p:cNvSpPr>
            <a:spLocks noGrp="1"/>
          </p:cNvSpPr>
          <p:nvPr/>
        </p:nvSpPr>
        <p:spPr>
          <a:xfrm>
            <a:off x="895350" y="3143250"/>
            <a:ext cx="1704975" cy="514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All Batches</a:t>
            </a:r>
          </a:p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Actions</a:t>
            </a:r>
          </a:p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Verify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9806CB1-17C7-4F12-8CD9-59859E3748A9}"/>
              </a:ext>
            </a:extLst>
          </p:cNvPr>
          <p:cNvSpPr>
            <a:spLocks noGrp="1"/>
          </p:cNvSpPr>
          <p:nvPr/>
        </p:nvSpPr>
        <p:spPr>
          <a:xfrm>
            <a:off x="3495675" y="2647950"/>
            <a:ext cx="2047875" cy="1123950"/>
          </a:xfrm>
          <a:prstGeom prst="rect">
            <a:avLst/>
          </a:prstGeom>
          <a:solidFill>
            <a:srgbClr val="EEF6FF"/>
          </a:solidFill>
          <a:ln w="11430">
            <a:solidFill>
              <a:srgbClr val="B7D7FF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8A17BB0-7BF5-4F2F-B21F-78D5540856A9}"/>
              </a:ext>
            </a:extLst>
          </p:cNvPr>
          <p:cNvSpPr>
            <a:spLocks noGrp="1"/>
          </p:cNvSpPr>
          <p:nvPr/>
        </p:nvSpPr>
        <p:spPr>
          <a:xfrm>
            <a:off x="3667125" y="2800350"/>
            <a:ext cx="1704975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42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42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MetaMask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33EB3F02-5D54-42AF-931D-5DA08357A0DF}"/>
              </a:ext>
            </a:extLst>
          </p:cNvPr>
          <p:cNvSpPr>
            <a:spLocks noGrp="1"/>
          </p:cNvSpPr>
          <p:nvPr/>
        </p:nvSpPr>
        <p:spPr>
          <a:xfrm>
            <a:off x="3667125" y="3143250"/>
            <a:ext cx="1704975" cy="514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Wallet identity</a:t>
            </a:r>
          </a:p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Transaction signing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AA257F9-BE4C-4218-9C00-B2D1A96524AC}"/>
              </a:ext>
            </a:extLst>
          </p:cNvPr>
          <p:cNvSpPr>
            <a:spLocks noGrp="1"/>
          </p:cNvSpPr>
          <p:nvPr/>
        </p:nvSpPr>
        <p:spPr>
          <a:xfrm>
            <a:off x="6267450" y="2381250"/>
            <a:ext cx="2333625" cy="1657350"/>
          </a:xfrm>
          <a:prstGeom prst="rect">
            <a:avLst/>
          </a:prstGeom>
          <a:solidFill>
            <a:srgbClr val="ECFFFA"/>
          </a:solidFill>
          <a:ln w="11430">
            <a:solidFill>
              <a:srgbClr val="9EEB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1B5FF8EB-EA52-44BA-9E31-BE8ADE5E70C6}"/>
              </a:ext>
            </a:extLst>
          </p:cNvPr>
          <p:cNvSpPr>
            <a:spLocks noGrp="1"/>
          </p:cNvSpPr>
          <p:nvPr/>
        </p:nvSpPr>
        <p:spPr>
          <a:xfrm>
            <a:off x="6438900" y="2533650"/>
            <a:ext cx="1990725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42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42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Solidity Contract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C5950B59-2A6D-4D4D-B436-867A498C817D}"/>
              </a:ext>
            </a:extLst>
          </p:cNvPr>
          <p:cNvSpPr>
            <a:spLocks noGrp="1"/>
          </p:cNvSpPr>
          <p:nvPr/>
        </p:nvSpPr>
        <p:spPr>
          <a:xfrm>
            <a:off x="6438900" y="2876550"/>
            <a:ext cx="1990725" cy="10477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Roles</a:t>
            </a:r>
          </a:p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Batches</a:t>
            </a:r>
          </a:p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Transfers</a:t>
            </a:r>
          </a:p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Verification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A1BCF7D-172A-4C5E-BCFF-8E9D508C708E}"/>
              </a:ext>
            </a:extLst>
          </p:cNvPr>
          <p:cNvSpPr>
            <a:spLocks noGrp="1"/>
          </p:cNvSpPr>
          <p:nvPr/>
        </p:nvSpPr>
        <p:spPr>
          <a:xfrm>
            <a:off x="9353550" y="2647950"/>
            <a:ext cx="2047875" cy="1123950"/>
          </a:xfrm>
          <a:prstGeom prst="rect">
            <a:avLst/>
          </a:prstGeom>
          <a:solidFill>
            <a:srgbClr val="FFF8E5"/>
          </a:solidFill>
          <a:ln w="11430">
            <a:solidFill>
              <a:srgbClr val="F1D38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A6F63BE-FFEA-4E7A-981B-FC71EF43388B}"/>
              </a:ext>
            </a:extLst>
          </p:cNvPr>
          <p:cNvSpPr>
            <a:spLocks noGrp="1"/>
          </p:cNvSpPr>
          <p:nvPr/>
        </p:nvSpPr>
        <p:spPr>
          <a:xfrm>
            <a:off x="9525000" y="2800350"/>
            <a:ext cx="1704975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42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42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IPFS / Pinata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3C9051B-22EE-481F-9000-8298C770BC78}"/>
              </a:ext>
            </a:extLst>
          </p:cNvPr>
          <p:cNvSpPr>
            <a:spLocks noGrp="1"/>
          </p:cNvSpPr>
          <p:nvPr/>
        </p:nvSpPr>
        <p:spPr>
          <a:xfrm>
            <a:off x="9525000" y="3143250"/>
            <a:ext cx="1704975" cy="514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Certificate document</a:t>
            </a:r>
          </a:p>
          <a:p>
            <a:pPr algn="l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CID reference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472A4733-9987-4659-8806-C792F350B30E}"/>
              </a:ext>
            </a:extLst>
          </p:cNvPr>
          <p:cNvSpPr>
            <a:spLocks noGrp="1"/>
          </p:cNvSpPr>
          <p:nvPr/>
        </p:nvSpPr>
        <p:spPr>
          <a:xfrm>
            <a:off x="2857500" y="3188970"/>
            <a:ext cx="552450" cy="22860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Straight Connector 18">
            <a:extLst>
              <a:ext uri="{FF2B5EF4-FFF2-40B4-BE49-F238E27FC236}">
                <a16:creationId xmlns:a16="http://schemas.microsoft.com/office/drawing/2014/main" id="{931B4074-AD96-4B39-993E-EA062649C867}"/>
              </a:ext>
            </a:extLst>
          </p:cNvPr>
          <p:cNvSpPr>
            <a:spLocks noGrp="1"/>
          </p:cNvSpPr>
          <p:nvPr/>
        </p:nvSpPr>
        <p:spPr>
          <a:xfrm>
            <a:off x="3409950" y="320040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Straight Connector 19">
            <a:extLst>
              <a:ext uri="{FF2B5EF4-FFF2-40B4-BE49-F238E27FC236}">
                <a16:creationId xmlns:a16="http://schemas.microsoft.com/office/drawing/2014/main" id="{BDEA7C2D-CAE6-43EA-95F2-9D2085B3EBF1}"/>
              </a:ext>
            </a:extLst>
          </p:cNvPr>
          <p:cNvSpPr>
            <a:spLocks noGrp="1"/>
          </p:cNvSpPr>
          <p:nvPr/>
        </p:nvSpPr>
        <p:spPr>
          <a:xfrm>
            <a:off x="3409950" y="320040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9872A20F-71B5-4889-80CC-565671DCA539}"/>
              </a:ext>
            </a:extLst>
          </p:cNvPr>
          <p:cNvSpPr>
            <a:spLocks noGrp="1"/>
          </p:cNvSpPr>
          <p:nvPr/>
        </p:nvSpPr>
        <p:spPr>
          <a:xfrm>
            <a:off x="5629275" y="3188970"/>
            <a:ext cx="542925" cy="22860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Straight Connector 21">
            <a:extLst>
              <a:ext uri="{FF2B5EF4-FFF2-40B4-BE49-F238E27FC236}">
                <a16:creationId xmlns:a16="http://schemas.microsoft.com/office/drawing/2014/main" id="{FB2CB3C8-C67B-4C18-AB77-E01956155501}"/>
              </a:ext>
            </a:extLst>
          </p:cNvPr>
          <p:cNvSpPr>
            <a:spLocks noGrp="1"/>
          </p:cNvSpPr>
          <p:nvPr/>
        </p:nvSpPr>
        <p:spPr>
          <a:xfrm>
            <a:off x="6172200" y="320040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Straight Connector 22">
            <a:extLst>
              <a:ext uri="{FF2B5EF4-FFF2-40B4-BE49-F238E27FC236}">
                <a16:creationId xmlns:a16="http://schemas.microsoft.com/office/drawing/2014/main" id="{39045B28-29EF-4430-A789-918CA9665532}"/>
              </a:ext>
            </a:extLst>
          </p:cNvPr>
          <p:cNvSpPr>
            <a:spLocks noGrp="1"/>
          </p:cNvSpPr>
          <p:nvPr/>
        </p:nvSpPr>
        <p:spPr>
          <a:xfrm>
            <a:off x="6172200" y="320040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9EAD5BB9-42EA-4A8C-9CC7-A353D9C31155}"/>
              </a:ext>
            </a:extLst>
          </p:cNvPr>
          <p:cNvSpPr>
            <a:spLocks noGrp="1"/>
          </p:cNvSpPr>
          <p:nvPr/>
        </p:nvSpPr>
        <p:spPr>
          <a:xfrm>
            <a:off x="8667750" y="3188970"/>
            <a:ext cx="590550" cy="22860"/>
          </a:xfrm>
          <a:prstGeom prst="rect">
            <a:avLst/>
          </a:prstGeom>
          <a:solidFill>
            <a:srgbClr val="F3B23A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Straight Connector 24">
            <a:extLst>
              <a:ext uri="{FF2B5EF4-FFF2-40B4-BE49-F238E27FC236}">
                <a16:creationId xmlns:a16="http://schemas.microsoft.com/office/drawing/2014/main" id="{8A6131C7-49BB-4666-85CD-FF2DFD074769}"/>
              </a:ext>
            </a:extLst>
          </p:cNvPr>
          <p:cNvSpPr>
            <a:spLocks noGrp="1"/>
          </p:cNvSpPr>
          <p:nvPr/>
        </p:nvSpPr>
        <p:spPr>
          <a:xfrm>
            <a:off x="9258300" y="320040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F3B23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Straight Connector 25">
            <a:extLst>
              <a:ext uri="{FF2B5EF4-FFF2-40B4-BE49-F238E27FC236}">
                <a16:creationId xmlns:a16="http://schemas.microsoft.com/office/drawing/2014/main" id="{F782CF2F-ADE1-4F03-9731-7BFD9784AAAD}"/>
              </a:ext>
            </a:extLst>
          </p:cNvPr>
          <p:cNvSpPr>
            <a:spLocks noGrp="1"/>
          </p:cNvSpPr>
          <p:nvPr/>
        </p:nvSpPr>
        <p:spPr>
          <a:xfrm>
            <a:off x="9258300" y="320040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F3B23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D81465F-8494-4A9C-907D-22B7D7F1CFBE}"/>
              </a:ext>
            </a:extLst>
          </p:cNvPr>
          <p:cNvSpPr>
            <a:spLocks noGrp="1"/>
          </p:cNvSpPr>
          <p:nvPr/>
        </p:nvSpPr>
        <p:spPr>
          <a:xfrm>
            <a:off x="1047750" y="4352925"/>
            <a:ext cx="10001250" cy="3238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Transaction path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9E45FA3-0DF9-4E8C-BA25-E91F0F8A57A9}"/>
              </a:ext>
            </a:extLst>
          </p:cNvPr>
          <p:cNvSpPr>
            <a:spLocks noGrp="1"/>
          </p:cNvSpPr>
          <p:nvPr/>
        </p:nvSpPr>
        <p:spPr>
          <a:xfrm>
            <a:off x="1066800" y="4876800"/>
            <a:ext cx="400050" cy="40005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7BF091A6-6672-4D01-B46D-40A576A0B29C}"/>
              </a:ext>
            </a:extLst>
          </p:cNvPr>
          <p:cNvSpPr>
            <a:spLocks noGrp="1"/>
          </p:cNvSpPr>
          <p:nvPr/>
        </p:nvSpPr>
        <p:spPr>
          <a:xfrm>
            <a:off x="1066800" y="4962525"/>
            <a:ext cx="400050" cy="209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275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1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7FE1FA6D-9075-47B4-A029-7F5A706EEC51}"/>
              </a:ext>
            </a:extLst>
          </p:cNvPr>
          <p:cNvSpPr>
            <a:spLocks noGrp="1"/>
          </p:cNvSpPr>
          <p:nvPr/>
        </p:nvSpPr>
        <p:spPr>
          <a:xfrm>
            <a:off x="1562100" y="4867275"/>
            <a:ext cx="1352550" cy="4381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User chooses action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09BB366-DA15-4AD0-A81C-E0BA880C2639}"/>
              </a:ext>
            </a:extLst>
          </p:cNvPr>
          <p:cNvSpPr>
            <a:spLocks noGrp="1"/>
          </p:cNvSpPr>
          <p:nvPr/>
        </p:nvSpPr>
        <p:spPr>
          <a:xfrm>
            <a:off x="3105150" y="4876800"/>
            <a:ext cx="400050" cy="40005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9200B60-D5D1-4FC1-A517-F4D688DDA522}"/>
              </a:ext>
            </a:extLst>
          </p:cNvPr>
          <p:cNvSpPr>
            <a:spLocks noGrp="1"/>
          </p:cNvSpPr>
          <p:nvPr/>
        </p:nvSpPr>
        <p:spPr>
          <a:xfrm>
            <a:off x="3105150" y="4962525"/>
            <a:ext cx="400050" cy="209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275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2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4C17EAC-358C-4968-92AB-B7B640FBC1B1}"/>
              </a:ext>
            </a:extLst>
          </p:cNvPr>
          <p:cNvSpPr>
            <a:spLocks noGrp="1"/>
          </p:cNvSpPr>
          <p:nvPr/>
        </p:nvSpPr>
        <p:spPr>
          <a:xfrm>
            <a:off x="3600450" y="4867275"/>
            <a:ext cx="1352550" cy="4381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Wallet signs transaction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61BE7253-E489-4E66-883B-D2C0E7BDFAF1}"/>
              </a:ext>
            </a:extLst>
          </p:cNvPr>
          <p:cNvSpPr>
            <a:spLocks noGrp="1"/>
          </p:cNvSpPr>
          <p:nvPr/>
        </p:nvSpPr>
        <p:spPr>
          <a:xfrm>
            <a:off x="5143500" y="4876800"/>
            <a:ext cx="400050" cy="40005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4EB1A8EF-6215-4061-B26C-EFDBF76D7455}"/>
              </a:ext>
            </a:extLst>
          </p:cNvPr>
          <p:cNvSpPr>
            <a:spLocks noGrp="1"/>
          </p:cNvSpPr>
          <p:nvPr/>
        </p:nvSpPr>
        <p:spPr>
          <a:xfrm>
            <a:off x="5143500" y="4962525"/>
            <a:ext cx="400050" cy="209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275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3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4500A11C-D72B-4999-81FF-385FB42C27E5}"/>
              </a:ext>
            </a:extLst>
          </p:cNvPr>
          <p:cNvSpPr>
            <a:spLocks noGrp="1"/>
          </p:cNvSpPr>
          <p:nvPr/>
        </p:nvSpPr>
        <p:spPr>
          <a:xfrm>
            <a:off x="5638800" y="4867275"/>
            <a:ext cx="1352550" cy="4381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Contract validates role + owner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4EBB90B7-457C-4830-B182-6A1A919329B2}"/>
              </a:ext>
            </a:extLst>
          </p:cNvPr>
          <p:cNvSpPr>
            <a:spLocks noGrp="1"/>
          </p:cNvSpPr>
          <p:nvPr/>
        </p:nvSpPr>
        <p:spPr>
          <a:xfrm>
            <a:off x="7181850" y="4876800"/>
            <a:ext cx="400050" cy="40005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7A1D05E4-3E02-4F3A-A4E7-A96F17E7B6EA}"/>
              </a:ext>
            </a:extLst>
          </p:cNvPr>
          <p:cNvSpPr>
            <a:spLocks noGrp="1"/>
          </p:cNvSpPr>
          <p:nvPr/>
        </p:nvSpPr>
        <p:spPr>
          <a:xfrm>
            <a:off x="7181850" y="4962525"/>
            <a:ext cx="400050" cy="209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275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4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96EA416D-9747-4FD1-9B82-C739A13B8163}"/>
              </a:ext>
            </a:extLst>
          </p:cNvPr>
          <p:cNvSpPr>
            <a:spLocks noGrp="1"/>
          </p:cNvSpPr>
          <p:nvPr/>
        </p:nvSpPr>
        <p:spPr>
          <a:xfrm>
            <a:off x="7677150" y="4867275"/>
            <a:ext cx="1352550" cy="4381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On-chain state updates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13789D52-18D6-4BAC-89E5-4E7495CA9C6B}"/>
              </a:ext>
            </a:extLst>
          </p:cNvPr>
          <p:cNvSpPr>
            <a:spLocks noGrp="1"/>
          </p:cNvSpPr>
          <p:nvPr/>
        </p:nvSpPr>
        <p:spPr>
          <a:xfrm>
            <a:off x="9220200" y="4876800"/>
            <a:ext cx="400050" cy="40005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A99D9C55-2436-4D40-9070-30A416B67983}"/>
              </a:ext>
            </a:extLst>
          </p:cNvPr>
          <p:cNvSpPr>
            <a:spLocks noGrp="1"/>
          </p:cNvSpPr>
          <p:nvPr/>
        </p:nvSpPr>
        <p:spPr>
          <a:xfrm>
            <a:off x="9220200" y="4962525"/>
            <a:ext cx="400050" cy="209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275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1275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5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FCEC0B7C-90AB-4D37-A574-211A4B407D64}"/>
              </a:ext>
            </a:extLst>
          </p:cNvPr>
          <p:cNvSpPr>
            <a:spLocks noGrp="1"/>
          </p:cNvSpPr>
          <p:nvPr/>
        </p:nvSpPr>
        <p:spPr>
          <a:xfrm>
            <a:off x="9715500" y="4867275"/>
            <a:ext cx="1352550" cy="4381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UI reads latest batch history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642D3EA-E012-49E9-B832-3FE7C5472BF3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9AF3695B-B867-4BA4-8907-169B03CA489A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rPr>
              <a:t>04</a:t>
            </a:r>
          </a:p>
        </p:txBody>
      </p:sp>
    </p:spTree>
    <p:extLst>
      <p:ext uri="{BB962C8B-B14F-4D97-AF65-F5344CB8AC3E}">
        <p14:creationId xmlns:p14="http://schemas.microsoft.com/office/powerpoint/2010/main" val="169890066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ED2D24A5-BB44-4C9F-B232-EC9E59AD3171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E8334D76-F920-4EEC-A2B2-C47A1A6CDFD6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12E6C8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5FF94C27-6A53-4470-B3E6-FB8C7DCD0B5F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DATA MODEL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E781CA2-3207-4998-935D-CAC76A17A0FA}"/>
              </a:ext>
            </a:extLst>
          </p:cNvPr>
          <p:cNvSpPr>
            <a:spLocks noGrp="1"/>
          </p:cNvSpPr>
          <p:nvPr/>
        </p:nvSpPr>
        <p:spPr>
          <a:xfrm>
            <a:off x="533400" y="742950"/>
            <a:ext cx="8572500" cy="895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5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defRPr>
            </a:pPr>
            <a:r>
              <a:rPr sz="25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rPr>
              <a:t>Two structures carry the provenance story: the batch record and its custody events.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5255BD1-DA48-449C-A444-A68D4A649C0C}"/>
              </a:ext>
            </a:extLst>
          </p:cNvPr>
          <p:cNvSpPr>
            <a:spLocks noGrp="1"/>
          </p:cNvSpPr>
          <p:nvPr/>
        </p:nvSpPr>
        <p:spPr>
          <a:xfrm>
            <a:off x="552450" y="1657350"/>
            <a:ext cx="7239000" cy="419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DrugBatch stores current state. CustodyEvent stores every historical movement.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4317507-F239-432F-B926-653C6102B13C}"/>
              </a:ext>
            </a:extLst>
          </p:cNvPr>
          <p:cNvSpPr>
            <a:spLocks noGrp="1"/>
          </p:cNvSpPr>
          <p:nvPr/>
        </p:nvSpPr>
        <p:spPr>
          <a:xfrm>
            <a:off x="876300" y="2457450"/>
            <a:ext cx="4095750" cy="2609850"/>
          </a:xfrm>
          <a:prstGeom prst="rect">
            <a:avLst/>
          </a:prstGeom>
          <a:solidFill>
            <a:srgbClr val="0B2236"/>
          </a:solidFill>
          <a:ln w="11430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24C06FF-0A1F-4688-8224-6ACD9B73D8E7}"/>
              </a:ext>
            </a:extLst>
          </p:cNvPr>
          <p:cNvSpPr>
            <a:spLocks noGrp="1"/>
          </p:cNvSpPr>
          <p:nvPr/>
        </p:nvSpPr>
        <p:spPr>
          <a:xfrm>
            <a:off x="1047750" y="2609850"/>
            <a:ext cx="375285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875" b="1">
                <a:solidFill>
                  <a:srgbClr val="12E6C8"/>
                </a:solidFill>
                <a:latin typeface="Aptos Mono"/>
                <a:ea typeface="Aptos Mono"/>
                <a:cs typeface="Aptos Mono"/>
              </a:defRPr>
            </a:pPr>
            <a:r>
              <a:rPr sz="1875" b="1">
                <a:solidFill>
                  <a:srgbClr val="12E6C8"/>
                </a:solidFill>
                <a:latin typeface="Aptos Mono"/>
                <a:ea typeface="Aptos Mono"/>
                <a:cs typeface="Aptos Mono"/>
              </a:rPr>
              <a:t>DrugBatch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6E6E447-DF71-42AE-BF1C-15CD46E1923D}"/>
              </a:ext>
            </a:extLst>
          </p:cNvPr>
          <p:cNvSpPr>
            <a:spLocks noGrp="1"/>
          </p:cNvSpPr>
          <p:nvPr/>
        </p:nvSpPr>
        <p:spPr>
          <a:xfrm>
            <a:off x="1047750" y="2952750"/>
            <a:ext cx="3752850" cy="2000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batchId</a:t>
            </a:r>
          </a:p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drugName</a:t>
            </a:r>
          </a:p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ndcCode</a:t>
            </a:r>
          </a:p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currentOwner</a:t>
            </a:r>
          </a:p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status</a:t>
            </a:r>
          </a:p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manufactureDate</a:t>
            </a:r>
          </a:p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expiryDate</a:t>
            </a:r>
          </a:p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ipfsCertCID</a:t>
            </a:r>
          </a:p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recalled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3221638-FE5C-4537-9409-8478B4ACC1DD}"/>
              </a:ext>
            </a:extLst>
          </p:cNvPr>
          <p:cNvSpPr>
            <a:spLocks noGrp="1"/>
          </p:cNvSpPr>
          <p:nvPr/>
        </p:nvSpPr>
        <p:spPr>
          <a:xfrm>
            <a:off x="7239000" y="2457450"/>
            <a:ext cx="3429000" cy="2038350"/>
          </a:xfrm>
          <a:prstGeom prst="rect">
            <a:avLst/>
          </a:prstGeom>
          <a:solidFill>
            <a:srgbClr val="0B2236"/>
          </a:solidFill>
          <a:ln w="11430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125302B-4F8F-471B-B59D-CAE82971D5A6}"/>
              </a:ext>
            </a:extLst>
          </p:cNvPr>
          <p:cNvSpPr>
            <a:spLocks noGrp="1"/>
          </p:cNvSpPr>
          <p:nvPr/>
        </p:nvSpPr>
        <p:spPr>
          <a:xfrm>
            <a:off x="7410450" y="2609850"/>
            <a:ext cx="308610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875" b="1">
                <a:solidFill>
                  <a:srgbClr val="2ECC71"/>
                </a:solidFill>
                <a:latin typeface="Aptos Mono"/>
                <a:ea typeface="Aptos Mono"/>
                <a:cs typeface="Aptos Mono"/>
              </a:defRPr>
            </a:pPr>
            <a:r>
              <a:rPr sz="1875" b="1">
                <a:solidFill>
                  <a:srgbClr val="2ECC71"/>
                </a:solidFill>
                <a:latin typeface="Aptos Mono"/>
                <a:ea typeface="Aptos Mono"/>
                <a:cs typeface="Aptos Mono"/>
              </a:rPr>
              <a:t>CustodyEvent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A723F59-2630-4F07-A6E8-F7FAD3472BC6}"/>
              </a:ext>
            </a:extLst>
          </p:cNvPr>
          <p:cNvSpPr>
            <a:spLocks noGrp="1"/>
          </p:cNvSpPr>
          <p:nvPr/>
        </p:nvSpPr>
        <p:spPr>
          <a:xfrm>
            <a:off x="7410450" y="2952750"/>
            <a:ext cx="3086100" cy="14287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actor</a:t>
            </a:r>
          </a:p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status</a:t>
            </a:r>
          </a:p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location</a:t>
            </a:r>
          </a:p>
          <a:p>
            <a:pPr algn="l">
              <a:defRPr sz="1350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350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timestamp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D003B81-45FA-4241-BD9D-2C00B6FA4060}"/>
              </a:ext>
            </a:extLst>
          </p:cNvPr>
          <p:cNvSpPr>
            <a:spLocks noGrp="1"/>
          </p:cNvSpPr>
          <p:nvPr/>
        </p:nvSpPr>
        <p:spPr>
          <a:xfrm>
            <a:off x="5143500" y="3654743"/>
            <a:ext cx="1905000" cy="24765"/>
          </a:xfrm>
          <a:prstGeom prst="rect">
            <a:avLst/>
          </a:prstGeom>
          <a:solidFill>
            <a:srgbClr val="2ECC71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Straight Connector 12">
            <a:extLst>
              <a:ext uri="{FF2B5EF4-FFF2-40B4-BE49-F238E27FC236}">
                <a16:creationId xmlns:a16="http://schemas.microsoft.com/office/drawing/2014/main" id="{BFF72C46-7724-4CD3-90FD-655DB35CE4D5}"/>
              </a:ext>
            </a:extLst>
          </p:cNvPr>
          <p:cNvSpPr>
            <a:spLocks noGrp="1"/>
          </p:cNvSpPr>
          <p:nvPr/>
        </p:nvSpPr>
        <p:spPr>
          <a:xfrm>
            <a:off x="7048500" y="3667125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24765">
            <a:solidFill>
              <a:srgbClr val="2ECC71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Straight Connector 13">
            <a:extLst>
              <a:ext uri="{FF2B5EF4-FFF2-40B4-BE49-F238E27FC236}">
                <a16:creationId xmlns:a16="http://schemas.microsoft.com/office/drawing/2014/main" id="{1D9177CC-593A-4F60-94E8-0CA248E4CC06}"/>
              </a:ext>
            </a:extLst>
          </p:cNvPr>
          <p:cNvSpPr>
            <a:spLocks noGrp="1"/>
          </p:cNvSpPr>
          <p:nvPr/>
        </p:nvSpPr>
        <p:spPr>
          <a:xfrm>
            <a:off x="7048500" y="3667125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24765">
            <a:solidFill>
              <a:srgbClr val="2ECC71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9398732-0E8A-4926-993F-8BEDA10B5B1F}"/>
              </a:ext>
            </a:extLst>
          </p:cNvPr>
          <p:cNvSpPr>
            <a:spLocks noGrp="1"/>
          </p:cNvSpPr>
          <p:nvPr/>
        </p:nvSpPr>
        <p:spPr>
          <a:xfrm>
            <a:off x="5314950" y="3314700"/>
            <a:ext cx="180975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825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825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one batch maps to many events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9E903E8-C65A-4919-A4DE-31039EE9B1E4}"/>
              </a:ext>
            </a:extLst>
          </p:cNvPr>
          <p:cNvSpPr>
            <a:spLocks noGrp="1"/>
          </p:cNvSpPr>
          <p:nvPr/>
        </p:nvSpPr>
        <p:spPr>
          <a:xfrm>
            <a:off x="5200650" y="4038600"/>
            <a:ext cx="1847850" cy="4381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200" b="1">
                <a:solidFill>
                  <a:srgbClr val="2ECC71"/>
                </a:solidFill>
                <a:latin typeface="Aptos Mono"/>
                <a:ea typeface="Aptos Mono"/>
                <a:cs typeface="Aptos Mono"/>
              </a:defRPr>
            </a:pPr>
            <a:r>
              <a:rPr sz="1200" b="1">
                <a:solidFill>
                  <a:srgbClr val="2ECC71"/>
                </a:solidFill>
                <a:latin typeface="Aptos Mono"/>
                <a:ea typeface="Aptos Mono"/>
                <a:cs typeface="Aptos Mono"/>
              </a:rPr>
              <a:t>custodyHistory</a:t>
            </a:r>
          </a:p>
          <a:p>
            <a:pPr algn="ctr">
              <a:defRPr sz="1200" b="1">
                <a:solidFill>
                  <a:srgbClr val="2ECC71"/>
                </a:solidFill>
                <a:latin typeface="Aptos Mono"/>
                <a:ea typeface="Aptos Mono"/>
                <a:cs typeface="Aptos Mono"/>
              </a:defRPr>
            </a:pPr>
            <a:r>
              <a:rPr sz="1200" b="1">
                <a:solidFill>
                  <a:srgbClr val="2ECC71"/>
                </a:solidFill>
                <a:latin typeface="Aptos Mono"/>
                <a:ea typeface="Aptos Mono"/>
                <a:cs typeface="Aptos Mono"/>
              </a:rPr>
              <a:t>[batchId]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F108FE7-9D20-41C6-B74D-4353D39E2DBD}"/>
              </a:ext>
            </a:extLst>
          </p:cNvPr>
          <p:cNvSpPr>
            <a:spLocks noGrp="1"/>
          </p:cNvSpPr>
          <p:nvPr/>
        </p:nvSpPr>
        <p:spPr>
          <a:xfrm>
            <a:off x="1028700" y="5429250"/>
            <a:ext cx="9334500" cy="438150"/>
          </a:xfrm>
          <a:prstGeom prst="rect">
            <a:avLst/>
          </a:prstGeom>
          <a:solidFill>
            <a:srgbClr val="102B40"/>
          </a:solidFill>
          <a:ln w="9525">
            <a:solidFill>
              <a:srgbClr val="1A48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227FC2BB-E089-4B8A-8D7D-0AA2043DBDD2}"/>
              </a:ext>
            </a:extLst>
          </p:cNvPr>
          <p:cNvSpPr>
            <a:spLocks noGrp="1"/>
          </p:cNvSpPr>
          <p:nvPr/>
        </p:nvSpPr>
        <p:spPr>
          <a:xfrm>
            <a:off x="1219200" y="5534025"/>
            <a:ext cx="895350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3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defRPr>
            </a:pPr>
            <a:r>
              <a:rPr sz="13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rPr>
              <a:t>Verification becomes a query over immutable batch state plus the complete chain of custody.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01708107-722E-4A9A-A5AF-BC3E1B61BFF3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701FAC7-87A1-4EB0-AD9D-32DB977AD81B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rPr>
              <a:t>05</a:t>
            </a:r>
          </a:p>
        </p:txBody>
      </p:sp>
    </p:spTree>
    <p:extLst>
      <p:ext uri="{BB962C8B-B14F-4D97-AF65-F5344CB8AC3E}">
        <p14:creationId xmlns:p14="http://schemas.microsoft.com/office/powerpoint/2010/main" val="16992358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Rectangle 35">
            <a:extLst>
              <a:ext uri="{FF2B5EF4-FFF2-40B4-BE49-F238E27FC236}">
                <a16:creationId xmlns:a16="http://schemas.microsoft.com/office/drawing/2014/main" id="{D68136AE-EDB7-4F33-B57D-0773985C8C98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7FAFC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D63C4BAA-AD01-40D0-888A-E1EBD3A210CF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D5CBF109-CAFE-4A41-991B-6594D06C9C8A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59687D"/>
                </a:solidFill>
                <a:latin typeface="Aptos"/>
                <a:ea typeface="Aptos"/>
                <a:cs typeface="Aptos"/>
              </a:rPr>
              <a:t>LIFECYCLE LOGIC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6BED4A7-8B59-479D-9F35-69E21DD1A978}"/>
              </a:ext>
            </a:extLst>
          </p:cNvPr>
          <p:cNvSpPr>
            <a:spLocks noGrp="1"/>
          </p:cNvSpPr>
          <p:nvPr/>
        </p:nvSpPr>
        <p:spPr>
          <a:xfrm>
            <a:off x="533400" y="742950"/>
            <a:ext cx="8572500" cy="895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5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25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The contract enforces lifecycle transitions, not just data entry.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389BCA-CCD5-45CB-BAD1-B4941ACB776D}"/>
              </a:ext>
            </a:extLst>
          </p:cNvPr>
          <p:cNvSpPr>
            <a:spLocks noGrp="1"/>
          </p:cNvSpPr>
          <p:nvPr/>
        </p:nvSpPr>
        <p:spPr>
          <a:xfrm>
            <a:off x="552450" y="1657350"/>
            <a:ext cx="7239000" cy="419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Every movement checks role, current owner, recall status, and expiry before state changes.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40A7D6E-BD17-454B-A5A4-E7C281B47358}"/>
              </a:ext>
            </a:extLst>
          </p:cNvPr>
          <p:cNvSpPr>
            <a:spLocks noGrp="1"/>
          </p:cNvSpPr>
          <p:nvPr/>
        </p:nvSpPr>
        <p:spPr>
          <a:xfrm>
            <a:off x="800100" y="2933700"/>
            <a:ext cx="1809750" cy="781050"/>
          </a:xfrm>
          <a:prstGeom prst="rect">
            <a:avLst/>
          </a:prstGeom>
          <a:solidFill>
            <a:srgbClr val="FFFFFF"/>
          </a:solidFill>
          <a:ln w="1905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3E7604D-4D91-4FA0-BD19-5BF8B800A872}"/>
              </a:ext>
            </a:extLst>
          </p:cNvPr>
          <p:cNvSpPr>
            <a:spLocks noGrp="1"/>
          </p:cNvSpPr>
          <p:nvPr/>
        </p:nvSpPr>
        <p:spPr>
          <a:xfrm>
            <a:off x="952500" y="3105150"/>
            <a:ext cx="150495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75" b="1">
                <a:solidFill>
                  <a:srgbClr val="2D7FF9"/>
                </a:solidFill>
                <a:latin typeface="Aptos Display"/>
                <a:ea typeface="Aptos Display"/>
                <a:cs typeface="Aptos Display"/>
              </a:defRPr>
            </a:pPr>
            <a:r>
              <a:rPr sz="1575" b="1">
                <a:solidFill>
                  <a:srgbClr val="2D7FF9"/>
                </a:solidFill>
                <a:latin typeface="Aptos Display"/>
                <a:ea typeface="Aptos Display"/>
                <a:cs typeface="Aptos Display"/>
              </a:rPr>
              <a:t>Manufactured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29782E7-DBC5-4356-9E39-D9D6EE2A0EF1}"/>
              </a:ext>
            </a:extLst>
          </p:cNvPr>
          <p:cNvSpPr>
            <a:spLocks noGrp="1"/>
          </p:cNvSpPr>
          <p:nvPr/>
        </p:nvSpPr>
        <p:spPr>
          <a:xfrm>
            <a:off x="952500" y="3429000"/>
            <a:ext cx="1504950" cy="2476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86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86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Manufacturer registers batch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C2BB580-D4BB-405B-A167-7065A461A709}"/>
              </a:ext>
            </a:extLst>
          </p:cNvPr>
          <p:cNvSpPr>
            <a:spLocks noGrp="1"/>
          </p:cNvSpPr>
          <p:nvPr/>
        </p:nvSpPr>
        <p:spPr>
          <a:xfrm>
            <a:off x="2686050" y="3314700"/>
            <a:ext cx="628650" cy="19050"/>
          </a:xfrm>
          <a:prstGeom prst="rect">
            <a:avLst/>
          </a:prstGeom>
          <a:solidFill>
            <a:srgbClr val="172033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Straight Connector 9">
            <a:extLst>
              <a:ext uri="{FF2B5EF4-FFF2-40B4-BE49-F238E27FC236}">
                <a16:creationId xmlns:a16="http://schemas.microsoft.com/office/drawing/2014/main" id="{7E70C78F-1521-4B8B-B7E9-60382E3523BF}"/>
              </a:ext>
            </a:extLst>
          </p:cNvPr>
          <p:cNvSpPr>
            <a:spLocks noGrp="1"/>
          </p:cNvSpPr>
          <p:nvPr/>
        </p:nvSpPr>
        <p:spPr>
          <a:xfrm>
            <a:off x="3314700" y="3324225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17203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Straight Connector 10">
            <a:extLst>
              <a:ext uri="{FF2B5EF4-FFF2-40B4-BE49-F238E27FC236}">
                <a16:creationId xmlns:a16="http://schemas.microsoft.com/office/drawing/2014/main" id="{3E7E2F0B-4FBA-4A41-94B0-57E39DBF72A4}"/>
              </a:ext>
            </a:extLst>
          </p:cNvPr>
          <p:cNvSpPr>
            <a:spLocks noGrp="1"/>
          </p:cNvSpPr>
          <p:nvPr/>
        </p:nvSpPr>
        <p:spPr>
          <a:xfrm>
            <a:off x="3314700" y="3324225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17203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20EEB7F-FB6B-4591-A9D8-8606189CC428}"/>
              </a:ext>
            </a:extLst>
          </p:cNvPr>
          <p:cNvSpPr>
            <a:spLocks noGrp="1"/>
          </p:cNvSpPr>
          <p:nvPr/>
        </p:nvSpPr>
        <p:spPr>
          <a:xfrm>
            <a:off x="3448050" y="2933700"/>
            <a:ext cx="1809750" cy="781050"/>
          </a:xfrm>
          <a:prstGeom prst="rect">
            <a:avLst/>
          </a:prstGeom>
          <a:solidFill>
            <a:srgbClr val="FFFFFF"/>
          </a:solidFill>
          <a:ln w="19050">
            <a:solidFill>
              <a:srgbClr val="F3B23A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4A44A4A1-2C77-4A06-BB14-A83C9876E6FD}"/>
              </a:ext>
            </a:extLst>
          </p:cNvPr>
          <p:cNvSpPr>
            <a:spLocks noGrp="1"/>
          </p:cNvSpPr>
          <p:nvPr/>
        </p:nvSpPr>
        <p:spPr>
          <a:xfrm>
            <a:off x="3600450" y="3105150"/>
            <a:ext cx="150495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75" b="1">
                <a:solidFill>
                  <a:srgbClr val="F3B23A"/>
                </a:solidFill>
                <a:latin typeface="Aptos Display"/>
                <a:ea typeface="Aptos Display"/>
                <a:cs typeface="Aptos Display"/>
              </a:defRPr>
            </a:pPr>
            <a:r>
              <a:rPr sz="1575" b="1">
                <a:solidFill>
                  <a:srgbClr val="F3B23A"/>
                </a:solidFill>
                <a:latin typeface="Aptos Display"/>
                <a:ea typeface="Aptos Display"/>
                <a:cs typeface="Aptos Display"/>
              </a:rPr>
              <a:t>InTransit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EEC8AC97-8DB2-4C35-A29A-113009932067}"/>
              </a:ext>
            </a:extLst>
          </p:cNvPr>
          <p:cNvSpPr>
            <a:spLocks noGrp="1"/>
          </p:cNvSpPr>
          <p:nvPr/>
        </p:nvSpPr>
        <p:spPr>
          <a:xfrm>
            <a:off x="3600450" y="3429000"/>
            <a:ext cx="1504950" cy="2476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86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86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Custody moves to distributor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81E62FA-E573-46FF-BE55-6662B749E1B4}"/>
              </a:ext>
            </a:extLst>
          </p:cNvPr>
          <p:cNvSpPr>
            <a:spLocks noGrp="1"/>
          </p:cNvSpPr>
          <p:nvPr/>
        </p:nvSpPr>
        <p:spPr>
          <a:xfrm>
            <a:off x="5334000" y="3314700"/>
            <a:ext cx="628650" cy="19050"/>
          </a:xfrm>
          <a:prstGeom prst="rect">
            <a:avLst/>
          </a:prstGeom>
          <a:solidFill>
            <a:srgbClr val="172033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Straight Connector 15">
            <a:extLst>
              <a:ext uri="{FF2B5EF4-FFF2-40B4-BE49-F238E27FC236}">
                <a16:creationId xmlns:a16="http://schemas.microsoft.com/office/drawing/2014/main" id="{A88E61FB-3B08-4F7F-8D25-BA8961F856DD}"/>
              </a:ext>
            </a:extLst>
          </p:cNvPr>
          <p:cNvSpPr>
            <a:spLocks noGrp="1"/>
          </p:cNvSpPr>
          <p:nvPr/>
        </p:nvSpPr>
        <p:spPr>
          <a:xfrm>
            <a:off x="5962650" y="3324225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17203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Straight Connector 16">
            <a:extLst>
              <a:ext uri="{FF2B5EF4-FFF2-40B4-BE49-F238E27FC236}">
                <a16:creationId xmlns:a16="http://schemas.microsoft.com/office/drawing/2014/main" id="{849E0634-8FEC-439D-BD79-049AF9DDA5AF}"/>
              </a:ext>
            </a:extLst>
          </p:cNvPr>
          <p:cNvSpPr>
            <a:spLocks noGrp="1"/>
          </p:cNvSpPr>
          <p:nvPr/>
        </p:nvSpPr>
        <p:spPr>
          <a:xfrm>
            <a:off x="5962650" y="3324225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17203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365791F-D60D-4963-A53E-5189F2246F47}"/>
              </a:ext>
            </a:extLst>
          </p:cNvPr>
          <p:cNvSpPr>
            <a:spLocks noGrp="1"/>
          </p:cNvSpPr>
          <p:nvPr/>
        </p:nvSpPr>
        <p:spPr>
          <a:xfrm>
            <a:off x="6096000" y="2933700"/>
            <a:ext cx="1809750" cy="781050"/>
          </a:xfrm>
          <a:prstGeom prst="rect">
            <a:avLst/>
          </a:prstGeom>
          <a:solidFill>
            <a:srgbClr val="FFFFFF"/>
          </a:solidFill>
          <a:ln w="19050">
            <a:solidFill>
              <a:srgbClr val="2ECC71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2461ACA-A8E6-4C54-96A7-7053C876AB4F}"/>
              </a:ext>
            </a:extLst>
          </p:cNvPr>
          <p:cNvSpPr>
            <a:spLocks noGrp="1"/>
          </p:cNvSpPr>
          <p:nvPr/>
        </p:nvSpPr>
        <p:spPr>
          <a:xfrm>
            <a:off x="6248400" y="3105150"/>
            <a:ext cx="150495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75" b="1">
                <a:solidFill>
                  <a:srgbClr val="2ECC71"/>
                </a:solidFill>
                <a:latin typeface="Aptos Display"/>
                <a:ea typeface="Aptos Display"/>
                <a:cs typeface="Aptos Display"/>
              </a:defRPr>
            </a:pPr>
            <a:r>
              <a:rPr sz="1575" b="1">
                <a:solidFill>
                  <a:srgbClr val="2ECC71"/>
                </a:solidFill>
                <a:latin typeface="Aptos Display"/>
                <a:ea typeface="Aptos Display"/>
                <a:cs typeface="Aptos Display"/>
              </a:rPr>
              <a:t>AtPharmacy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2B0B849-5D05-4EF7-9D58-B9C3ACC56857}"/>
              </a:ext>
            </a:extLst>
          </p:cNvPr>
          <p:cNvSpPr>
            <a:spLocks noGrp="1"/>
          </p:cNvSpPr>
          <p:nvPr/>
        </p:nvSpPr>
        <p:spPr>
          <a:xfrm>
            <a:off x="6248400" y="3429000"/>
            <a:ext cx="1504950" cy="2476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86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86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Pharmacy becomes current owner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EE0359BC-A9E1-4232-8305-186F52F2264B}"/>
              </a:ext>
            </a:extLst>
          </p:cNvPr>
          <p:cNvSpPr>
            <a:spLocks noGrp="1"/>
          </p:cNvSpPr>
          <p:nvPr/>
        </p:nvSpPr>
        <p:spPr>
          <a:xfrm>
            <a:off x="7981950" y="3314700"/>
            <a:ext cx="628650" cy="19050"/>
          </a:xfrm>
          <a:prstGeom prst="rect">
            <a:avLst/>
          </a:prstGeom>
          <a:solidFill>
            <a:srgbClr val="172033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Straight Connector 21">
            <a:extLst>
              <a:ext uri="{FF2B5EF4-FFF2-40B4-BE49-F238E27FC236}">
                <a16:creationId xmlns:a16="http://schemas.microsoft.com/office/drawing/2014/main" id="{742353F8-7E97-476C-9172-9414E5144B71}"/>
              </a:ext>
            </a:extLst>
          </p:cNvPr>
          <p:cNvSpPr>
            <a:spLocks noGrp="1"/>
          </p:cNvSpPr>
          <p:nvPr/>
        </p:nvSpPr>
        <p:spPr>
          <a:xfrm>
            <a:off x="8610600" y="3324225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17203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Straight Connector 22">
            <a:extLst>
              <a:ext uri="{FF2B5EF4-FFF2-40B4-BE49-F238E27FC236}">
                <a16:creationId xmlns:a16="http://schemas.microsoft.com/office/drawing/2014/main" id="{7391124D-9B1D-48CB-A2B4-C6D040C6EFFC}"/>
              </a:ext>
            </a:extLst>
          </p:cNvPr>
          <p:cNvSpPr>
            <a:spLocks noGrp="1"/>
          </p:cNvSpPr>
          <p:nvPr/>
        </p:nvSpPr>
        <p:spPr>
          <a:xfrm>
            <a:off x="8610600" y="3324225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17203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D613152D-2B98-4149-AAD0-BC8B6DEFFC55}"/>
              </a:ext>
            </a:extLst>
          </p:cNvPr>
          <p:cNvSpPr>
            <a:spLocks noGrp="1"/>
          </p:cNvSpPr>
          <p:nvPr/>
        </p:nvSpPr>
        <p:spPr>
          <a:xfrm>
            <a:off x="8743950" y="2933700"/>
            <a:ext cx="1809750" cy="781050"/>
          </a:xfrm>
          <a:prstGeom prst="rect">
            <a:avLst/>
          </a:prstGeom>
          <a:solidFill>
            <a:srgbClr val="FFFFFF"/>
          </a:solidFill>
          <a:ln w="19050">
            <a:solidFill>
              <a:srgbClr val="8DE7B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E559578-694D-4792-8411-F5CA217384ED}"/>
              </a:ext>
            </a:extLst>
          </p:cNvPr>
          <p:cNvSpPr>
            <a:spLocks noGrp="1"/>
          </p:cNvSpPr>
          <p:nvPr/>
        </p:nvSpPr>
        <p:spPr>
          <a:xfrm>
            <a:off x="8896350" y="3105150"/>
            <a:ext cx="150495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75" b="1">
                <a:solidFill>
                  <a:srgbClr val="8DE7B8"/>
                </a:solidFill>
                <a:latin typeface="Aptos Display"/>
                <a:ea typeface="Aptos Display"/>
                <a:cs typeface="Aptos Display"/>
              </a:defRPr>
            </a:pPr>
            <a:r>
              <a:rPr sz="1575" b="1">
                <a:solidFill>
                  <a:srgbClr val="8DE7B8"/>
                </a:solidFill>
                <a:latin typeface="Aptos Display"/>
                <a:ea typeface="Aptos Display"/>
                <a:cs typeface="Aptos Display"/>
              </a:rPr>
              <a:t>Dispensed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847AD61A-4D14-4341-BA5F-BC6E4DAD5F97}"/>
              </a:ext>
            </a:extLst>
          </p:cNvPr>
          <p:cNvSpPr>
            <a:spLocks noGrp="1"/>
          </p:cNvSpPr>
          <p:nvPr/>
        </p:nvSpPr>
        <p:spPr>
          <a:xfrm>
            <a:off x="8896350" y="3429000"/>
            <a:ext cx="1504950" cy="2476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86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86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Pharmacy marks final dispensing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40538178-4646-45EA-A5D8-A8DF816C0F22}"/>
              </a:ext>
            </a:extLst>
          </p:cNvPr>
          <p:cNvSpPr>
            <a:spLocks noGrp="1"/>
          </p:cNvSpPr>
          <p:nvPr/>
        </p:nvSpPr>
        <p:spPr>
          <a:xfrm>
            <a:off x="4438650" y="4495800"/>
            <a:ext cx="3314700" cy="838200"/>
          </a:xfrm>
          <a:prstGeom prst="rect">
            <a:avLst/>
          </a:prstGeom>
          <a:solidFill>
            <a:srgbClr val="FFF1F1"/>
          </a:solidFill>
          <a:ln w="19050">
            <a:solidFill>
              <a:srgbClr val="E95D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EF87151-50F4-4F49-B9BB-088010A667D9}"/>
              </a:ext>
            </a:extLst>
          </p:cNvPr>
          <p:cNvSpPr>
            <a:spLocks noGrp="1"/>
          </p:cNvSpPr>
          <p:nvPr/>
        </p:nvSpPr>
        <p:spPr>
          <a:xfrm>
            <a:off x="4629150" y="4667250"/>
            <a:ext cx="293370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800" b="1">
                <a:solidFill>
                  <a:srgbClr val="E95D5D"/>
                </a:solidFill>
                <a:latin typeface="Aptos Display"/>
                <a:ea typeface="Aptos Display"/>
                <a:cs typeface="Aptos Display"/>
              </a:defRPr>
            </a:pPr>
            <a:r>
              <a:rPr sz="1800" b="1">
                <a:solidFill>
                  <a:srgbClr val="E95D5D"/>
                </a:solidFill>
                <a:latin typeface="Aptos Display"/>
                <a:ea typeface="Aptos Display"/>
                <a:cs typeface="Aptos Display"/>
              </a:rPr>
              <a:t>Recalled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6515935-8985-4998-8315-0F8BE91FBE13}"/>
              </a:ext>
            </a:extLst>
          </p:cNvPr>
          <p:cNvSpPr>
            <a:spLocks noGrp="1"/>
          </p:cNvSpPr>
          <p:nvPr/>
        </p:nvSpPr>
        <p:spPr>
          <a:xfrm>
            <a:off x="4705350" y="5010150"/>
            <a:ext cx="278130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9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Regulator can interrupt any unsafe batch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F309E5C2-01D4-458E-8ED3-0A879436750C}"/>
              </a:ext>
            </a:extLst>
          </p:cNvPr>
          <p:cNvSpPr>
            <a:spLocks noGrp="1"/>
          </p:cNvSpPr>
          <p:nvPr/>
        </p:nvSpPr>
        <p:spPr>
          <a:xfrm>
            <a:off x="6085523" y="3905250"/>
            <a:ext cx="20955" cy="533400"/>
          </a:xfrm>
          <a:prstGeom prst="rect">
            <a:avLst/>
          </a:prstGeom>
          <a:solidFill>
            <a:srgbClr val="E95D5D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Straight Connector 30">
            <a:extLst>
              <a:ext uri="{FF2B5EF4-FFF2-40B4-BE49-F238E27FC236}">
                <a16:creationId xmlns:a16="http://schemas.microsoft.com/office/drawing/2014/main" id="{752A4C26-0971-4D67-8491-06466C049AB6}"/>
              </a:ext>
            </a:extLst>
          </p:cNvPr>
          <p:cNvSpPr>
            <a:spLocks noGrp="1"/>
          </p:cNvSpPr>
          <p:nvPr/>
        </p:nvSpPr>
        <p:spPr>
          <a:xfrm>
            <a:off x="6096000" y="443865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20955">
            <a:solidFill>
              <a:srgbClr val="E95D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Straight Connector 31">
            <a:extLst>
              <a:ext uri="{FF2B5EF4-FFF2-40B4-BE49-F238E27FC236}">
                <a16:creationId xmlns:a16="http://schemas.microsoft.com/office/drawing/2014/main" id="{7C44FF31-3F4C-4E44-85B2-09091E99BA4D}"/>
              </a:ext>
            </a:extLst>
          </p:cNvPr>
          <p:cNvSpPr>
            <a:spLocks noGrp="1"/>
          </p:cNvSpPr>
          <p:nvPr/>
        </p:nvSpPr>
        <p:spPr>
          <a:xfrm>
            <a:off x="6096000" y="4438650"/>
            <a:ext cx="66349" cy="0"/>
          </a:xfrm>
          <a:prstGeom prst="line">
            <a:avLst/>
          </a:prstGeom>
          <a:solidFill>
            <a:srgbClr val="000000">
              <a:alpha val="0"/>
            </a:srgbClr>
          </a:solidFill>
          <a:ln w="20955">
            <a:solidFill>
              <a:srgbClr val="E95D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1F6C05E6-5C6D-4BD6-A280-5D803FAC2589}"/>
              </a:ext>
            </a:extLst>
          </p:cNvPr>
          <p:cNvSpPr>
            <a:spLocks noGrp="1"/>
          </p:cNvSpPr>
          <p:nvPr/>
        </p:nvSpPr>
        <p:spPr>
          <a:xfrm>
            <a:off x="4295775" y="5619750"/>
            <a:ext cx="3600450" cy="3238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27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275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Recall is modeled as a safety override, not a normal custody transfer.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A56F1238-CF32-4EA8-B046-E130738DFFE1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444FC92F-7DC3-4CAE-9574-64020254C3B4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rPr>
              <a:t>06</a:t>
            </a:r>
          </a:p>
        </p:txBody>
      </p:sp>
    </p:spTree>
    <p:extLst>
      <p:ext uri="{BB962C8B-B14F-4D97-AF65-F5344CB8AC3E}">
        <p14:creationId xmlns:p14="http://schemas.microsoft.com/office/powerpoint/2010/main" val="159644707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>
            <a:extLst>
              <a:ext uri="{FF2B5EF4-FFF2-40B4-BE49-F238E27FC236}">
                <a16:creationId xmlns:a16="http://schemas.microsoft.com/office/drawing/2014/main" id="{9A52F0EB-B5E8-4E1A-96A8-647EC5088F23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9E74EB3A-F36F-4F5C-B9DD-BD44AE5552E1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12E6C8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57F60332-AAF4-4094-A988-18DE6683F438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FRONTEND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1EF5F21-21FB-4890-99FC-3082087D58BD}"/>
              </a:ext>
            </a:extLst>
          </p:cNvPr>
          <p:cNvSpPr>
            <a:spLocks noGrp="1"/>
          </p:cNvSpPr>
          <p:nvPr/>
        </p:nvSpPr>
        <p:spPr>
          <a:xfrm>
            <a:off x="533400" y="742950"/>
            <a:ext cx="8572500" cy="895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5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defRPr>
            </a:pPr>
            <a:r>
              <a:rPr sz="25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rPr>
              <a:t>React turns smart-contract methods into role-aware workflows.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D43BAA0-F7FA-4AB5-8A6C-D8C851725CE5}"/>
              </a:ext>
            </a:extLst>
          </p:cNvPr>
          <p:cNvSpPr>
            <a:spLocks noGrp="1"/>
          </p:cNvSpPr>
          <p:nvPr/>
        </p:nvSpPr>
        <p:spPr>
          <a:xfrm>
            <a:off x="552450" y="1657350"/>
            <a:ext cx="7239000" cy="419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The UI reads wallet role and exposes the right actions through MetaMask-confirmed transactions.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9B25045-AFA7-41BA-A44C-065A3B7D74AB}"/>
              </a:ext>
            </a:extLst>
          </p:cNvPr>
          <p:cNvSpPr>
            <a:spLocks noGrp="1"/>
          </p:cNvSpPr>
          <p:nvPr/>
        </p:nvSpPr>
        <p:spPr>
          <a:xfrm>
            <a:off x="762000" y="2762250"/>
            <a:ext cx="2190750" cy="1200150"/>
          </a:xfrm>
          <a:prstGeom prst="rect">
            <a:avLst/>
          </a:prstGeom>
          <a:solidFill>
            <a:srgbClr val="0B2236"/>
          </a:solidFill>
          <a:ln w="11430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73DCE29-DD68-4B4B-BAE4-E7F2F4DC957D}"/>
              </a:ext>
            </a:extLst>
          </p:cNvPr>
          <p:cNvSpPr>
            <a:spLocks noGrp="1"/>
          </p:cNvSpPr>
          <p:nvPr/>
        </p:nvSpPr>
        <p:spPr>
          <a:xfrm>
            <a:off x="933450" y="2914650"/>
            <a:ext cx="184785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500" b="1">
                <a:solidFill>
                  <a:srgbClr val="12E6C8"/>
                </a:solidFill>
                <a:latin typeface="Aptos Mono"/>
                <a:ea typeface="Aptos Mono"/>
                <a:cs typeface="Aptos Mono"/>
              </a:defRPr>
            </a:pPr>
            <a:r>
              <a:rPr sz="1500" b="1">
                <a:solidFill>
                  <a:srgbClr val="12E6C8"/>
                </a:solidFill>
                <a:latin typeface="Aptos Mono"/>
                <a:ea typeface="Aptos Mono"/>
                <a:cs typeface="Aptos Mono"/>
              </a:rPr>
              <a:t>Connect wallet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81ACB70-4FA9-478B-81BB-8CA2E2DF849D}"/>
              </a:ext>
            </a:extLst>
          </p:cNvPr>
          <p:cNvSpPr>
            <a:spLocks noGrp="1"/>
          </p:cNvSpPr>
          <p:nvPr/>
        </p:nvSpPr>
        <p:spPr>
          <a:xfrm>
            <a:off x="933450" y="3257550"/>
            <a:ext cx="1847850" cy="590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eth_requestAccounts</a:t>
            </a:r>
          </a:p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read admin + roles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58A9ED1-9F61-4434-855B-FE80597A4784}"/>
              </a:ext>
            </a:extLst>
          </p:cNvPr>
          <p:cNvSpPr>
            <a:spLocks noGrp="1"/>
          </p:cNvSpPr>
          <p:nvPr/>
        </p:nvSpPr>
        <p:spPr>
          <a:xfrm>
            <a:off x="3638550" y="2762250"/>
            <a:ext cx="2190750" cy="1200150"/>
          </a:xfrm>
          <a:prstGeom prst="rect">
            <a:avLst/>
          </a:prstGeom>
          <a:solidFill>
            <a:srgbClr val="0B2236"/>
          </a:solidFill>
          <a:ln w="11430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025FAA9-CD39-4CEB-B5E4-2BC70E594B02}"/>
              </a:ext>
            </a:extLst>
          </p:cNvPr>
          <p:cNvSpPr>
            <a:spLocks noGrp="1"/>
          </p:cNvSpPr>
          <p:nvPr/>
        </p:nvSpPr>
        <p:spPr>
          <a:xfrm>
            <a:off x="3810000" y="2914650"/>
            <a:ext cx="184785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500" b="1">
                <a:solidFill>
                  <a:srgbClr val="2D7FF9"/>
                </a:solidFill>
                <a:latin typeface="Aptos Display"/>
                <a:ea typeface="Aptos Display"/>
                <a:cs typeface="Aptos Display"/>
              </a:defRPr>
            </a:pPr>
            <a:r>
              <a:rPr sz="1500" b="1">
                <a:solidFill>
                  <a:srgbClr val="2D7FF9"/>
                </a:solidFill>
                <a:latin typeface="Aptos Display"/>
                <a:ea typeface="Aptos Display"/>
                <a:cs typeface="Aptos Display"/>
              </a:rPr>
              <a:t>Determine role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F498803-33DA-4753-B583-5644A8071E7B}"/>
              </a:ext>
            </a:extLst>
          </p:cNvPr>
          <p:cNvSpPr>
            <a:spLocks noGrp="1"/>
          </p:cNvSpPr>
          <p:nvPr/>
        </p:nvSpPr>
        <p:spPr>
          <a:xfrm>
            <a:off x="3810000" y="3257550"/>
            <a:ext cx="1847850" cy="590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Manufacturer</a:t>
            </a:r>
          </a:p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Distributor</a:t>
            </a:r>
          </a:p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Pharmacy</a:t>
            </a:r>
          </a:p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Regulator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8426F7C-924C-48A6-AF29-A6421900F7FD}"/>
              </a:ext>
            </a:extLst>
          </p:cNvPr>
          <p:cNvSpPr>
            <a:spLocks noGrp="1"/>
          </p:cNvSpPr>
          <p:nvPr/>
        </p:nvSpPr>
        <p:spPr>
          <a:xfrm>
            <a:off x="6515100" y="2762250"/>
            <a:ext cx="2190750" cy="1200150"/>
          </a:xfrm>
          <a:prstGeom prst="rect">
            <a:avLst/>
          </a:prstGeom>
          <a:solidFill>
            <a:srgbClr val="0B2236"/>
          </a:solidFill>
          <a:ln w="11430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B5B7D182-2DFE-4039-8BE3-62088A6572F4}"/>
              </a:ext>
            </a:extLst>
          </p:cNvPr>
          <p:cNvSpPr>
            <a:spLocks noGrp="1"/>
          </p:cNvSpPr>
          <p:nvPr/>
        </p:nvSpPr>
        <p:spPr>
          <a:xfrm>
            <a:off x="6686550" y="2914650"/>
            <a:ext cx="184785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500" b="1">
                <a:solidFill>
                  <a:srgbClr val="2ECC71"/>
                </a:solidFill>
                <a:latin typeface="Aptos Mono"/>
                <a:ea typeface="Aptos Mono"/>
                <a:cs typeface="Aptos Mono"/>
              </a:defRPr>
            </a:pPr>
            <a:r>
              <a:rPr sz="1500" b="1">
                <a:solidFill>
                  <a:srgbClr val="2ECC71"/>
                </a:solidFill>
                <a:latin typeface="Aptos Mono"/>
                <a:ea typeface="Aptos Mono"/>
                <a:cs typeface="Aptos Mono"/>
              </a:rPr>
              <a:t>Run action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EB5A295-D27D-4BE6-A10F-3551BCE37BE1}"/>
              </a:ext>
            </a:extLst>
          </p:cNvPr>
          <p:cNvSpPr>
            <a:spLocks noGrp="1"/>
          </p:cNvSpPr>
          <p:nvPr/>
        </p:nvSpPr>
        <p:spPr>
          <a:xfrm>
            <a:off x="6686550" y="3257550"/>
            <a:ext cx="1847850" cy="590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registerBatch</a:t>
            </a:r>
          </a:p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transferCustody</a:t>
            </a:r>
          </a:p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recallBatch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315B34B4-B078-4530-BB31-19AFF855DC3E}"/>
              </a:ext>
            </a:extLst>
          </p:cNvPr>
          <p:cNvSpPr>
            <a:spLocks noGrp="1"/>
          </p:cNvSpPr>
          <p:nvPr/>
        </p:nvSpPr>
        <p:spPr>
          <a:xfrm>
            <a:off x="9391650" y="2762250"/>
            <a:ext cx="2038350" cy="1200150"/>
          </a:xfrm>
          <a:prstGeom prst="rect">
            <a:avLst/>
          </a:prstGeom>
          <a:solidFill>
            <a:srgbClr val="0B2236"/>
          </a:solidFill>
          <a:ln w="11430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6F93DAC-DC83-47D6-825A-15BC6FC151FD}"/>
              </a:ext>
            </a:extLst>
          </p:cNvPr>
          <p:cNvSpPr>
            <a:spLocks noGrp="1"/>
          </p:cNvSpPr>
          <p:nvPr/>
        </p:nvSpPr>
        <p:spPr>
          <a:xfrm>
            <a:off x="9563100" y="2914650"/>
            <a:ext cx="169545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500" b="1">
                <a:solidFill>
                  <a:srgbClr val="F3B23A"/>
                </a:solidFill>
                <a:latin typeface="Aptos Mono"/>
                <a:ea typeface="Aptos Mono"/>
                <a:cs typeface="Aptos Mono"/>
              </a:defRPr>
            </a:pPr>
            <a:r>
              <a:rPr sz="1500" b="1">
                <a:solidFill>
                  <a:srgbClr val="F3B23A"/>
                </a:solidFill>
                <a:latin typeface="Aptos Mono"/>
                <a:ea typeface="Aptos Mono"/>
                <a:cs typeface="Aptos Mono"/>
              </a:rPr>
              <a:t>Refresh state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229896-DD5A-46B8-A034-6D013D742E1F}"/>
              </a:ext>
            </a:extLst>
          </p:cNvPr>
          <p:cNvSpPr>
            <a:spLocks noGrp="1"/>
          </p:cNvSpPr>
          <p:nvPr/>
        </p:nvSpPr>
        <p:spPr>
          <a:xfrm>
            <a:off x="9563100" y="3257550"/>
            <a:ext cx="1695450" cy="590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getAllBatchIds</a:t>
            </a:r>
          </a:p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getBatch</a:t>
            </a:r>
          </a:p>
          <a:p>
            <a:pPr algn="l">
              <a:defRPr sz="9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getHistory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01F95A2F-F920-4037-8A9F-3DADB363382E}"/>
              </a:ext>
            </a:extLst>
          </p:cNvPr>
          <p:cNvSpPr>
            <a:spLocks noGrp="1"/>
          </p:cNvSpPr>
          <p:nvPr/>
        </p:nvSpPr>
        <p:spPr>
          <a:xfrm>
            <a:off x="3028950" y="3342323"/>
            <a:ext cx="495300" cy="20955"/>
          </a:xfrm>
          <a:prstGeom prst="rect">
            <a:avLst/>
          </a:prstGeom>
          <a:solidFill>
            <a:srgbClr val="12E6C8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Straight Connector 18">
            <a:extLst>
              <a:ext uri="{FF2B5EF4-FFF2-40B4-BE49-F238E27FC236}">
                <a16:creationId xmlns:a16="http://schemas.microsoft.com/office/drawing/2014/main" id="{EE690514-B09C-498A-AC30-DC12E0AD2109}"/>
              </a:ext>
            </a:extLst>
          </p:cNvPr>
          <p:cNvSpPr>
            <a:spLocks noGrp="1"/>
          </p:cNvSpPr>
          <p:nvPr/>
        </p:nvSpPr>
        <p:spPr>
          <a:xfrm>
            <a:off x="3524250" y="335280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20955">
            <a:solidFill>
              <a:srgbClr val="12E6C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Straight Connector 19">
            <a:extLst>
              <a:ext uri="{FF2B5EF4-FFF2-40B4-BE49-F238E27FC236}">
                <a16:creationId xmlns:a16="http://schemas.microsoft.com/office/drawing/2014/main" id="{60D4842E-23F4-40B0-9160-A971041B032A}"/>
              </a:ext>
            </a:extLst>
          </p:cNvPr>
          <p:cNvSpPr>
            <a:spLocks noGrp="1"/>
          </p:cNvSpPr>
          <p:nvPr/>
        </p:nvSpPr>
        <p:spPr>
          <a:xfrm>
            <a:off x="3524250" y="335280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20955">
            <a:solidFill>
              <a:srgbClr val="12E6C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D0D81B80-2D4D-4D19-B36C-5E5251CE34F3}"/>
              </a:ext>
            </a:extLst>
          </p:cNvPr>
          <p:cNvSpPr>
            <a:spLocks noGrp="1"/>
          </p:cNvSpPr>
          <p:nvPr/>
        </p:nvSpPr>
        <p:spPr>
          <a:xfrm>
            <a:off x="5905500" y="3342323"/>
            <a:ext cx="495300" cy="20955"/>
          </a:xfrm>
          <a:prstGeom prst="rect">
            <a:avLst/>
          </a:prstGeom>
          <a:solidFill>
            <a:srgbClr val="12E6C8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Straight Connector 21">
            <a:extLst>
              <a:ext uri="{FF2B5EF4-FFF2-40B4-BE49-F238E27FC236}">
                <a16:creationId xmlns:a16="http://schemas.microsoft.com/office/drawing/2014/main" id="{DDBD56CE-F00C-44C4-BF9C-7A638141E771}"/>
              </a:ext>
            </a:extLst>
          </p:cNvPr>
          <p:cNvSpPr>
            <a:spLocks noGrp="1"/>
          </p:cNvSpPr>
          <p:nvPr/>
        </p:nvSpPr>
        <p:spPr>
          <a:xfrm>
            <a:off x="6400800" y="335280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20955">
            <a:solidFill>
              <a:srgbClr val="12E6C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Straight Connector 22">
            <a:extLst>
              <a:ext uri="{FF2B5EF4-FFF2-40B4-BE49-F238E27FC236}">
                <a16:creationId xmlns:a16="http://schemas.microsoft.com/office/drawing/2014/main" id="{6B23967A-CABE-4ACD-9B51-40C86746A85B}"/>
              </a:ext>
            </a:extLst>
          </p:cNvPr>
          <p:cNvSpPr>
            <a:spLocks noGrp="1"/>
          </p:cNvSpPr>
          <p:nvPr/>
        </p:nvSpPr>
        <p:spPr>
          <a:xfrm>
            <a:off x="6400800" y="335280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20955">
            <a:solidFill>
              <a:srgbClr val="12E6C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52F7AC69-7906-4DBD-A704-11BA6E2F4B50}"/>
              </a:ext>
            </a:extLst>
          </p:cNvPr>
          <p:cNvSpPr>
            <a:spLocks noGrp="1"/>
          </p:cNvSpPr>
          <p:nvPr/>
        </p:nvSpPr>
        <p:spPr>
          <a:xfrm>
            <a:off x="8782050" y="3342323"/>
            <a:ext cx="495300" cy="20955"/>
          </a:xfrm>
          <a:prstGeom prst="rect">
            <a:avLst/>
          </a:prstGeom>
          <a:solidFill>
            <a:srgbClr val="12E6C8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Straight Connector 24">
            <a:extLst>
              <a:ext uri="{FF2B5EF4-FFF2-40B4-BE49-F238E27FC236}">
                <a16:creationId xmlns:a16="http://schemas.microsoft.com/office/drawing/2014/main" id="{DC2670CC-4020-43FE-B255-826C7B23D733}"/>
              </a:ext>
            </a:extLst>
          </p:cNvPr>
          <p:cNvSpPr>
            <a:spLocks noGrp="1"/>
          </p:cNvSpPr>
          <p:nvPr/>
        </p:nvSpPr>
        <p:spPr>
          <a:xfrm>
            <a:off x="9277350" y="335280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20955">
            <a:solidFill>
              <a:srgbClr val="12E6C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6" name="Straight Connector 25">
            <a:extLst>
              <a:ext uri="{FF2B5EF4-FFF2-40B4-BE49-F238E27FC236}">
                <a16:creationId xmlns:a16="http://schemas.microsoft.com/office/drawing/2014/main" id="{0CC33E5A-3426-4D2B-A5A8-9E39F8F76830}"/>
              </a:ext>
            </a:extLst>
          </p:cNvPr>
          <p:cNvSpPr>
            <a:spLocks noGrp="1"/>
          </p:cNvSpPr>
          <p:nvPr/>
        </p:nvSpPr>
        <p:spPr>
          <a:xfrm>
            <a:off x="9277350" y="335280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20955">
            <a:solidFill>
              <a:srgbClr val="12E6C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2415320-C9A1-4E59-9F98-C9B9709233D3}"/>
              </a:ext>
            </a:extLst>
          </p:cNvPr>
          <p:cNvSpPr>
            <a:spLocks noGrp="1"/>
          </p:cNvSpPr>
          <p:nvPr/>
        </p:nvSpPr>
        <p:spPr>
          <a:xfrm>
            <a:off x="1333500" y="4686300"/>
            <a:ext cx="9525000" cy="590550"/>
          </a:xfrm>
          <a:prstGeom prst="rect">
            <a:avLst/>
          </a:prstGeom>
          <a:solidFill>
            <a:srgbClr val="102B40"/>
          </a:solidFill>
          <a:ln w="9525">
            <a:solidFill>
              <a:srgbClr val="1A4867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82F15CDB-5515-4D30-8BC8-25B34C8AE574}"/>
              </a:ext>
            </a:extLst>
          </p:cNvPr>
          <p:cNvSpPr>
            <a:spLocks noGrp="1"/>
          </p:cNvSpPr>
          <p:nvPr/>
        </p:nvSpPr>
        <p:spPr>
          <a:xfrm>
            <a:off x="1676400" y="4857750"/>
            <a:ext cx="89535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825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825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UI contract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EC476FD8-5E26-4CBC-B1CB-93D5C29EB121}"/>
              </a:ext>
            </a:extLst>
          </p:cNvPr>
          <p:cNvSpPr>
            <a:spLocks noGrp="1"/>
          </p:cNvSpPr>
          <p:nvPr/>
        </p:nvSpPr>
        <p:spPr>
          <a:xfrm>
            <a:off x="3028950" y="4819650"/>
            <a:ext cx="7067550" cy="3238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3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defRPr>
            </a:pPr>
            <a:r>
              <a:rPr sz="13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rPr>
              <a:t>The browser never bypasses blockchain rules; it only presents clean forms for contract calls.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329D24D9-D6F8-4453-B031-9D36EDD95EA5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706EA29E-3BF1-4386-89BB-EFE5E983B2E8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rPr>
              <a:t>07</a:t>
            </a:r>
          </a:p>
        </p:txBody>
      </p:sp>
    </p:spTree>
    <p:extLst>
      <p:ext uri="{BB962C8B-B14F-4D97-AF65-F5344CB8AC3E}">
        <p14:creationId xmlns:p14="http://schemas.microsoft.com/office/powerpoint/2010/main" val="109621943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>
            <a:extLst>
              <a:ext uri="{FF2B5EF4-FFF2-40B4-BE49-F238E27FC236}">
                <a16:creationId xmlns:a16="http://schemas.microsoft.com/office/drawing/2014/main" id="{D12888D6-8C6A-4F18-B62B-752767AFC357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7FAFC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F4F8CCDD-3EB8-4F28-8A78-6DACF627CCA3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6010EEDE-FC64-4373-8987-513400C4AC67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59687D"/>
                </a:solidFill>
                <a:latin typeface="Aptos"/>
                <a:ea typeface="Aptos"/>
                <a:cs typeface="Aptos"/>
              </a:rPr>
              <a:t>IPFS CERTIFICATE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A52B55D-CA9C-41B4-9ED6-1065E85C3E23}"/>
              </a:ext>
            </a:extLst>
          </p:cNvPr>
          <p:cNvSpPr>
            <a:spLocks noGrp="1"/>
          </p:cNvSpPr>
          <p:nvPr/>
        </p:nvSpPr>
        <p:spPr>
          <a:xfrm>
            <a:off x="533400" y="742950"/>
            <a:ext cx="8572500" cy="895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5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25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Certificates stay off-chain; their CID stays tamper-resistant on-chain.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832BAA5-54EB-4571-8B3B-65F67D7A2E79}"/>
              </a:ext>
            </a:extLst>
          </p:cNvPr>
          <p:cNvSpPr>
            <a:spLocks noGrp="1"/>
          </p:cNvSpPr>
          <p:nvPr/>
        </p:nvSpPr>
        <p:spPr>
          <a:xfrm>
            <a:off x="552450" y="1657350"/>
            <a:ext cx="7239000" cy="419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This keeps the blockchain record lightweight while preserving a permanent reference to the certificate.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B2D9FF8-4D9B-4084-9A7D-0B9FA73AEFCF}"/>
              </a:ext>
            </a:extLst>
          </p:cNvPr>
          <p:cNvSpPr>
            <a:spLocks noGrp="1"/>
          </p:cNvSpPr>
          <p:nvPr/>
        </p:nvSpPr>
        <p:spPr>
          <a:xfrm>
            <a:off x="723900" y="2590800"/>
            <a:ext cx="2952750" cy="1562100"/>
          </a:xfrm>
          <a:prstGeom prst="rect">
            <a:avLst/>
          </a:prstGeom>
          <a:solidFill>
            <a:srgbClr val="FFFFFF"/>
          </a:solidFill>
          <a:ln w="11430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1E49BF6-D785-48EA-88BC-CDFB5E13C7E8}"/>
              </a:ext>
            </a:extLst>
          </p:cNvPr>
          <p:cNvSpPr>
            <a:spLocks noGrp="1"/>
          </p:cNvSpPr>
          <p:nvPr/>
        </p:nvSpPr>
        <p:spPr>
          <a:xfrm>
            <a:off x="895350" y="2743200"/>
            <a:ext cx="260985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6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6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Certificate PDF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080EFD2-458A-4E9D-AB76-B2C76843157A}"/>
              </a:ext>
            </a:extLst>
          </p:cNvPr>
          <p:cNvSpPr>
            <a:spLocks noGrp="1"/>
          </p:cNvSpPr>
          <p:nvPr/>
        </p:nvSpPr>
        <p:spPr>
          <a:xfrm>
            <a:off x="895350" y="3086100"/>
            <a:ext cx="2609850" cy="952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12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12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Mock Dolo 500 mg Certificate of Analysis</a:t>
            </a:r>
          </a:p>
          <a:p>
            <a:endParaRPr sz="1125" b="0">
              <a:solidFill>
                <a:srgbClr val="59687D"/>
              </a:solidFill>
              <a:latin typeface="Aptos"/>
              <a:ea typeface="Aptos"/>
              <a:cs typeface="Aptos"/>
            </a:endParaRPr>
          </a:p>
          <a:p>
            <a:pPr algn="l">
              <a:defRPr sz="112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12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Uploaded to Pinata / IPFS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8EA6159-E80E-4CE2-A949-75B4D46808CD}"/>
              </a:ext>
            </a:extLst>
          </p:cNvPr>
          <p:cNvSpPr>
            <a:spLocks noGrp="1"/>
          </p:cNvSpPr>
          <p:nvPr/>
        </p:nvSpPr>
        <p:spPr>
          <a:xfrm>
            <a:off x="4686300" y="2400300"/>
            <a:ext cx="2809875" cy="1943100"/>
          </a:xfrm>
          <a:prstGeom prst="rect">
            <a:avLst/>
          </a:prstGeom>
          <a:solidFill>
            <a:srgbClr val="ECFFFA"/>
          </a:solidFill>
          <a:ln w="11430">
            <a:solidFill>
              <a:srgbClr val="9EEB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32BCF79-9657-4F25-A351-C4DB591024AB}"/>
              </a:ext>
            </a:extLst>
          </p:cNvPr>
          <p:cNvSpPr>
            <a:spLocks noGrp="1"/>
          </p:cNvSpPr>
          <p:nvPr/>
        </p:nvSpPr>
        <p:spPr>
          <a:xfrm>
            <a:off x="4857750" y="2552700"/>
            <a:ext cx="2466975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650" b="1">
                <a:solidFill>
                  <a:srgbClr val="172033"/>
                </a:solidFill>
                <a:latin typeface="Aptos Mono"/>
                <a:ea typeface="Aptos Mono"/>
                <a:cs typeface="Aptos Mono"/>
              </a:defRPr>
            </a:pPr>
            <a:r>
              <a:rPr sz="1650" b="1">
                <a:solidFill>
                  <a:srgbClr val="172033"/>
                </a:solidFill>
                <a:latin typeface="Aptos Mono"/>
                <a:ea typeface="Aptos Mono"/>
                <a:cs typeface="Aptos Mono"/>
              </a:rPr>
              <a:t>IPFS CID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B7B106B-5C3E-4BF7-8B85-AA0CCF2B5123}"/>
              </a:ext>
            </a:extLst>
          </p:cNvPr>
          <p:cNvSpPr>
            <a:spLocks noGrp="1"/>
          </p:cNvSpPr>
          <p:nvPr/>
        </p:nvSpPr>
        <p:spPr>
          <a:xfrm>
            <a:off x="4857750" y="2895600"/>
            <a:ext cx="2466975" cy="1333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2ECC71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2ECC71"/>
                </a:solidFill>
                <a:latin typeface="Aptos"/>
                <a:ea typeface="Aptos"/>
                <a:cs typeface="Aptos"/>
              </a:rPr>
              <a:t>bafkreia7pl2levj6dbmcr3kejekrvmbxcxorgdzw5l5l7pymvk3k7yknyq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055A91FE-4DCE-4F6C-B732-84865AC87A95}"/>
              </a:ext>
            </a:extLst>
          </p:cNvPr>
          <p:cNvSpPr>
            <a:spLocks noGrp="1"/>
          </p:cNvSpPr>
          <p:nvPr/>
        </p:nvSpPr>
        <p:spPr>
          <a:xfrm>
            <a:off x="8496300" y="2590800"/>
            <a:ext cx="2952750" cy="1562100"/>
          </a:xfrm>
          <a:prstGeom prst="rect">
            <a:avLst/>
          </a:prstGeom>
          <a:solidFill>
            <a:srgbClr val="FFFFFF"/>
          </a:solidFill>
          <a:ln w="11430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89D5D7A-A050-4569-8C6A-2BCF55573920}"/>
              </a:ext>
            </a:extLst>
          </p:cNvPr>
          <p:cNvSpPr>
            <a:spLocks noGrp="1"/>
          </p:cNvSpPr>
          <p:nvPr/>
        </p:nvSpPr>
        <p:spPr>
          <a:xfrm>
            <a:off x="8667750" y="2743200"/>
            <a:ext cx="260985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6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6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Smart Contract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14D63BCE-92F8-4235-B78F-829848ACAD23}"/>
              </a:ext>
            </a:extLst>
          </p:cNvPr>
          <p:cNvSpPr>
            <a:spLocks noGrp="1"/>
          </p:cNvSpPr>
          <p:nvPr/>
        </p:nvSpPr>
        <p:spPr>
          <a:xfrm>
            <a:off x="8667750" y="3086100"/>
            <a:ext cx="2609850" cy="952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12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12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Stores ipfsCertCID inside DrugBatch</a:t>
            </a:r>
          </a:p>
          <a:p>
            <a:endParaRPr sz="1125" b="0">
              <a:solidFill>
                <a:srgbClr val="59687D"/>
              </a:solidFill>
              <a:latin typeface="Aptos"/>
              <a:ea typeface="Aptos"/>
              <a:cs typeface="Aptos"/>
            </a:endParaRPr>
          </a:p>
          <a:p>
            <a:pPr algn="l">
              <a:defRPr sz="112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12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Verification links back to certificate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7188EFB-43A9-42BD-9B74-E4FAD5EA7CD4}"/>
              </a:ext>
            </a:extLst>
          </p:cNvPr>
          <p:cNvSpPr>
            <a:spLocks noGrp="1"/>
          </p:cNvSpPr>
          <p:nvPr/>
        </p:nvSpPr>
        <p:spPr>
          <a:xfrm>
            <a:off x="3790950" y="3360420"/>
            <a:ext cx="800100" cy="22860"/>
          </a:xfrm>
          <a:prstGeom prst="rect">
            <a:avLst/>
          </a:prstGeom>
          <a:solidFill>
            <a:srgbClr val="2ECC71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Straight Connector 15">
            <a:extLst>
              <a:ext uri="{FF2B5EF4-FFF2-40B4-BE49-F238E27FC236}">
                <a16:creationId xmlns:a16="http://schemas.microsoft.com/office/drawing/2014/main" id="{1E701BC1-D33E-4643-A193-3367969B87F1}"/>
              </a:ext>
            </a:extLst>
          </p:cNvPr>
          <p:cNvSpPr>
            <a:spLocks noGrp="1"/>
          </p:cNvSpPr>
          <p:nvPr/>
        </p:nvSpPr>
        <p:spPr>
          <a:xfrm>
            <a:off x="4591050" y="337185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2ECC71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Straight Connector 16">
            <a:extLst>
              <a:ext uri="{FF2B5EF4-FFF2-40B4-BE49-F238E27FC236}">
                <a16:creationId xmlns:a16="http://schemas.microsoft.com/office/drawing/2014/main" id="{527AA86A-687B-442A-A40F-6F5F864E9851}"/>
              </a:ext>
            </a:extLst>
          </p:cNvPr>
          <p:cNvSpPr>
            <a:spLocks noGrp="1"/>
          </p:cNvSpPr>
          <p:nvPr/>
        </p:nvSpPr>
        <p:spPr>
          <a:xfrm>
            <a:off x="4591050" y="337185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2ECC71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3FF5873-C61F-4A31-8D46-24BB81CD8862}"/>
              </a:ext>
            </a:extLst>
          </p:cNvPr>
          <p:cNvSpPr>
            <a:spLocks noGrp="1"/>
          </p:cNvSpPr>
          <p:nvPr/>
        </p:nvSpPr>
        <p:spPr>
          <a:xfrm>
            <a:off x="7600950" y="3360420"/>
            <a:ext cx="800100" cy="22860"/>
          </a:xfrm>
          <a:prstGeom prst="rect">
            <a:avLst/>
          </a:prstGeom>
          <a:solidFill>
            <a:srgbClr val="2ECC71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Straight Connector 18">
            <a:extLst>
              <a:ext uri="{FF2B5EF4-FFF2-40B4-BE49-F238E27FC236}">
                <a16:creationId xmlns:a16="http://schemas.microsoft.com/office/drawing/2014/main" id="{DCCBE2B9-5684-4947-B6AD-3ADB9AB76EC9}"/>
              </a:ext>
            </a:extLst>
          </p:cNvPr>
          <p:cNvSpPr>
            <a:spLocks noGrp="1"/>
          </p:cNvSpPr>
          <p:nvPr/>
        </p:nvSpPr>
        <p:spPr>
          <a:xfrm>
            <a:off x="8401050" y="337185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2ECC71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Straight Connector 19">
            <a:extLst>
              <a:ext uri="{FF2B5EF4-FFF2-40B4-BE49-F238E27FC236}">
                <a16:creationId xmlns:a16="http://schemas.microsoft.com/office/drawing/2014/main" id="{F1E879F0-C209-49E7-8109-194D4B870CDC}"/>
              </a:ext>
            </a:extLst>
          </p:cNvPr>
          <p:cNvSpPr>
            <a:spLocks noGrp="1"/>
          </p:cNvSpPr>
          <p:nvPr/>
        </p:nvSpPr>
        <p:spPr>
          <a:xfrm>
            <a:off x="8401050" y="337185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22860">
            <a:solidFill>
              <a:srgbClr val="2ECC71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113E1713-5C5A-41BF-915D-926A5B89FEE1}"/>
              </a:ext>
            </a:extLst>
          </p:cNvPr>
          <p:cNvSpPr>
            <a:spLocks noGrp="1"/>
          </p:cNvSpPr>
          <p:nvPr/>
        </p:nvSpPr>
        <p:spPr>
          <a:xfrm>
            <a:off x="1162050" y="4819650"/>
            <a:ext cx="2857500" cy="209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125" b="1">
                <a:solidFill>
                  <a:srgbClr val="172033"/>
                </a:solidFill>
                <a:latin typeface="Aptos"/>
                <a:ea typeface="Aptos"/>
                <a:cs typeface="Aptos"/>
              </a:defRPr>
            </a:pPr>
            <a:r>
              <a:rPr sz="1125" b="1">
                <a:solidFill>
                  <a:srgbClr val="172033"/>
                </a:solidFill>
                <a:latin typeface="Aptos"/>
                <a:ea typeface="Aptos"/>
                <a:cs typeface="Aptos"/>
              </a:rPr>
              <a:t>Why not store PDF on-chain?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9B65924-6E05-4CAB-82AD-D9B27E55B86F}"/>
              </a:ext>
            </a:extLst>
          </p:cNvPr>
          <p:cNvSpPr>
            <a:spLocks noGrp="1"/>
          </p:cNvSpPr>
          <p:nvPr/>
        </p:nvSpPr>
        <p:spPr>
          <a:xfrm>
            <a:off x="4171950" y="4819650"/>
            <a:ext cx="6096000" cy="209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12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12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High gas cost and unnecessary chain bloat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4CCA717A-C42B-45DE-AD33-5BC7B1F49752}"/>
              </a:ext>
            </a:extLst>
          </p:cNvPr>
          <p:cNvSpPr>
            <a:spLocks noGrp="1"/>
          </p:cNvSpPr>
          <p:nvPr/>
        </p:nvSpPr>
        <p:spPr>
          <a:xfrm>
            <a:off x="1009650" y="4886325"/>
            <a:ext cx="66675" cy="66675"/>
          </a:xfrm>
          <a:prstGeom prst="rect">
            <a:avLst/>
          </a:prstGeom>
          <a:solidFill>
            <a:srgbClr val="2ECC71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289A1FC-E878-47C2-832F-7515AE3D78BA}"/>
              </a:ext>
            </a:extLst>
          </p:cNvPr>
          <p:cNvSpPr>
            <a:spLocks noGrp="1"/>
          </p:cNvSpPr>
          <p:nvPr/>
        </p:nvSpPr>
        <p:spPr>
          <a:xfrm>
            <a:off x="1162050" y="5219700"/>
            <a:ext cx="2857500" cy="209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125" b="1">
                <a:solidFill>
                  <a:srgbClr val="172033"/>
                </a:solidFill>
                <a:latin typeface="Aptos"/>
                <a:ea typeface="Aptos"/>
                <a:cs typeface="Aptos"/>
              </a:defRPr>
            </a:pPr>
            <a:r>
              <a:rPr sz="1125" b="1">
                <a:solidFill>
                  <a:srgbClr val="172033"/>
                </a:solidFill>
                <a:latin typeface="Aptos"/>
                <a:ea typeface="Aptos"/>
                <a:cs typeface="Aptos"/>
              </a:rPr>
              <a:t>What is stored on-chain?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48CEF30-B86B-4251-B56E-741B6DDA9BCD}"/>
              </a:ext>
            </a:extLst>
          </p:cNvPr>
          <p:cNvSpPr>
            <a:spLocks noGrp="1"/>
          </p:cNvSpPr>
          <p:nvPr/>
        </p:nvSpPr>
        <p:spPr>
          <a:xfrm>
            <a:off x="4171950" y="5219700"/>
            <a:ext cx="6096000" cy="209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12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12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CID reference and batch metadata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7DC2D818-D83A-4B91-B890-8DC4DC5F7D40}"/>
              </a:ext>
            </a:extLst>
          </p:cNvPr>
          <p:cNvSpPr>
            <a:spLocks noGrp="1"/>
          </p:cNvSpPr>
          <p:nvPr/>
        </p:nvSpPr>
        <p:spPr>
          <a:xfrm>
            <a:off x="1009650" y="5286375"/>
            <a:ext cx="66675" cy="66675"/>
          </a:xfrm>
          <a:prstGeom prst="rect">
            <a:avLst/>
          </a:prstGeom>
          <a:solidFill>
            <a:srgbClr val="2ECC71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79CD02-2652-4E0E-920B-58D58B0CD2A0}"/>
              </a:ext>
            </a:extLst>
          </p:cNvPr>
          <p:cNvSpPr>
            <a:spLocks noGrp="1"/>
          </p:cNvSpPr>
          <p:nvPr/>
        </p:nvSpPr>
        <p:spPr>
          <a:xfrm>
            <a:off x="1162050" y="5619750"/>
            <a:ext cx="2857500" cy="209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125" b="1">
                <a:solidFill>
                  <a:srgbClr val="172033"/>
                </a:solidFill>
                <a:latin typeface="Aptos"/>
                <a:ea typeface="Aptos"/>
                <a:cs typeface="Aptos"/>
              </a:defRPr>
            </a:pPr>
            <a:r>
              <a:rPr sz="1125" b="1">
                <a:solidFill>
                  <a:srgbClr val="172033"/>
                </a:solidFill>
                <a:latin typeface="Aptos"/>
                <a:ea typeface="Aptos"/>
                <a:cs typeface="Aptos"/>
              </a:rPr>
              <a:t>What does user verify?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964B9657-4837-4779-BFF2-E57C56330EDC}"/>
              </a:ext>
            </a:extLst>
          </p:cNvPr>
          <p:cNvSpPr>
            <a:spLocks noGrp="1"/>
          </p:cNvSpPr>
          <p:nvPr/>
        </p:nvSpPr>
        <p:spPr>
          <a:xfrm>
            <a:off x="4171950" y="5619750"/>
            <a:ext cx="6096000" cy="2095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12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12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Batch validity plus certificate link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BC8B6D8E-8F35-4356-A914-1A20E152D388}"/>
              </a:ext>
            </a:extLst>
          </p:cNvPr>
          <p:cNvSpPr>
            <a:spLocks noGrp="1"/>
          </p:cNvSpPr>
          <p:nvPr/>
        </p:nvSpPr>
        <p:spPr>
          <a:xfrm>
            <a:off x="1009650" y="5686425"/>
            <a:ext cx="66675" cy="66675"/>
          </a:xfrm>
          <a:prstGeom prst="rect">
            <a:avLst/>
          </a:prstGeom>
          <a:solidFill>
            <a:srgbClr val="2ECC71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C3F4DFD0-7092-4268-96B7-360B81EAF6D9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B49D18D-1F8A-4439-AE6C-B1483550A2A4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rPr>
              <a:t>08</a:t>
            </a:r>
          </a:p>
        </p:txBody>
      </p:sp>
    </p:spTree>
    <p:extLst>
      <p:ext uri="{BB962C8B-B14F-4D97-AF65-F5344CB8AC3E}">
        <p14:creationId xmlns:p14="http://schemas.microsoft.com/office/powerpoint/2010/main" val="148322881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Rectangle 72">
            <a:extLst>
              <a:ext uri="{FF2B5EF4-FFF2-40B4-BE49-F238E27FC236}">
                <a16:creationId xmlns:a16="http://schemas.microsoft.com/office/drawing/2014/main" id="{994D1711-4436-4323-8AEE-E19E77490917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32A04C4D-66F9-40F7-B733-96C12BA1B7E5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12E6C8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A646D97E-43B2-4374-BD54-8869B85963F8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TESTING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9F724FC-1269-4D58-891F-CB79EB456119}"/>
              </a:ext>
            </a:extLst>
          </p:cNvPr>
          <p:cNvSpPr>
            <a:spLocks noGrp="1"/>
          </p:cNvSpPr>
          <p:nvPr/>
        </p:nvSpPr>
        <p:spPr>
          <a:xfrm>
            <a:off x="533400" y="742950"/>
            <a:ext cx="8572500" cy="895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5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defRPr>
            </a:pPr>
            <a:r>
              <a:rPr sz="25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rPr>
              <a:t>Hardhat tests focus on the behaviors that could break trust.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5FFCD1F-55E9-4360-9A97-324DEA272007}"/>
              </a:ext>
            </a:extLst>
          </p:cNvPr>
          <p:cNvSpPr>
            <a:spLocks noGrp="1"/>
          </p:cNvSpPr>
          <p:nvPr/>
        </p:nvSpPr>
        <p:spPr>
          <a:xfrm>
            <a:off x="552450" y="1657350"/>
            <a:ext cx="7239000" cy="419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The test suite validates permissions, state transitions, and verification outcomes before the UI demo.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F694E00-8B1A-4B49-B1FD-D1891498B266}"/>
              </a:ext>
            </a:extLst>
          </p:cNvPr>
          <p:cNvSpPr>
            <a:spLocks noGrp="1"/>
          </p:cNvSpPr>
          <p:nvPr/>
        </p:nvSpPr>
        <p:spPr>
          <a:xfrm>
            <a:off x="819150" y="2476500"/>
            <a:ext cx="2476500" cy="361950"/>
          </a:xfrm>
          <a:prstGeom prst="rect">
            <a:avLst/>
          </a:prstGeom>
          <a:solidFill>
            <a:srgbClr val="102B40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D45DC93-9F04-4D26-BDBC-F26B82B602D5}"/>
              </a:ext>
            </a:extLst>
          </p:cNvPr>
          <p:cNvSpPr>
            <a:spLocks noGrp="1"/>
          </p:cNvSpPr>
          <p:nvPr/>
        </p:nvSpPr>
        <p:spPr>
          <a:xfrm>
            <a:off x="952500" y="2571750"/>
            <a:ext cx="22098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Test area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EAAE822-8206-4B38-845B-3060F1A33BC5}"/>
              </a:ext>
            </a:extLst>
          </p:cNvPr>
          <p:cNvSpPr>
            <a:spLocks noGrp="1"/>
          </p:cNvSpPr>
          <p:nvPr/>
        </p:nvSpPr>
        <p:spPr>
          <a:xfrm>
            <a:off x="3295650" y="2476500"/>
            <a:ext cx="2524125" cy="361950"/>
          </a:xfrm>
          <a:prstGeom prst="rect">
            <a:avLst/>
          </a:prstGeom>
          <a:solidFill>
            <a:srgbClr val="102B40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C247A9C-53C3-42FA-A9FF-9C49FA80AF61}"/>
              </a:ext>
            </a:extLst>
          </p:cNvPr>
          <p:cNvSpPr>
            <a:spLocks noGrp="1"/>
          </p:cNvSpPr>
          <p:nvPr/>
        </p:nvSpPr>
        <p:spPr>
          <a:xfrm>
            <a:off x="3429000" y="2571750"/>
            <a:ext cx="2257425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Contract function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B11169B4-1F1B-4C34-8A71-525835E6CDB6}"/>
              </a:ext>
            </a:extLst>
          </p:cNvPr>
          <p:cNvSpPr>
            <a:spLocks noGrp="1"/>
          </p:cNvSpPr>
          <p:nvPr/>
        </p:nvSpPr>
        <p:spPr>
          <a:xfrm>
            <a:off x="5819775" y="2476500"/>
            <a:ext cx="4953000" cy="361950"/>
          </a:xfrm>
          <a:prstGeom prst="rect">
            <a:avLst/>
          </a:prstGeom>
          <a:solidFill>
            <a:srgbClr val="102B40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5C469E0-4925-494C-A6D8-145D0B075BD4}"/>
              </a:ext>
            </a:extLst>
          </p:cNvPr>
          <p:cNvSpPr>
            <a:spLocks noGrp="1"/>
          </p:cNvSpPr>
          <p:nvPr/>
        </p:nvSpPr>
        <p:spPr>
          <a:xfrm>
            <a:off x="5953125" y="2571750"/>
            <a:ext cx="46863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What it proves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C584BE1-BF0B-4B4B-B65A-10181E1F0F57}"/>
              </a:ext>
            </a:extLst>
          </p:cNvPr>
          <p:cNvSpPr>
            <a:spLocks noGrp="1"/>
          </p:cNvSpPr>
          <p:nvPr/>
        </p:nvSpPr>
        <p:spPr>
          <a:xfrm>
            <a:off x="10772775" y="2476500"/>
            <a:ext cx="876300" cy="361950"/>
          </a:xfrm>
          <a:prstGeom prst="rect">
            <a:avLst/>
          </a:prstGeom>
          <a:solidFill>
            <a:srgbClr val="102B40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3A3436C-D73B-44BC-92CC-BCABBABBF33E}"/>
              </a:ext>
            </a:extLst>
          </p:cNvPr>
          <p:cNvSpPr>
            <a:spLocks noGrp="1"/>
          </p:cNvSpPr>
          <p:nvPr/>
        </p:nvSpPr>
        <p:spPr>
          <a:xfrm>
            <a:off x="10906125" y="2571750"/>
            <a:ext cx="6096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Status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FADB8033-8BAA-4AB1-9FD5-CD5066821C13}"/>
              </a:ext>
            </a:extLst>
          </p:cNvPr>
          <p:cNvSpPr>
            <a:spLocks noGrp="1"/>
          </p:cNvSpPr>
          <p:nvPr/>
        </p:nvSpPr>
        <p:spPr>
          <a:xfrm>
            <a:off x="819150" y="2838450"/>
            <a:ext cx="24765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804D8A82-54CC-41AA-A65F-3D62024E34B5}"/>
              </a:ext>
            </a:extLst>
          </p:cNvPr>
          <p:cNvSpPr>
            <a:spLocks noGrp="1"/>
          </p:cNvSpPr>
          <p:nvPr/>
        </p:nvSpPr>
        <p:spPr>
          <a:xfrm>
            <a:off x="952500" y="2943225"/>
            <a:ext cx="22098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1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EAF2FB"/>
                </a:solidFill>
                <a:latin typeface="Aptos"/>
                <a:ea typeface="Aptos"/>
                <a:cs typeface="Aptos"/>
              </a:rPr>
              <a:t>Role assignment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AE5F2648-AE60-47A5-B116-6F389F6B9A83}"/>
              </a:ext>
            </a:extLst>
          </p:cNvPr>
          <p:cNvSpPr>
            <a:spLocks noGrp="1"/>
          </p:cNvSpPr>
          <p:nvPr/>
        </p:nvSpPr>
        <p:spPr>
          <a:xfrm>
            <a:off x="3295650" y="2838450"/>
            <a:ext cx="2524125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5AF267E9-8188-409E-A542-8E368B061D72}"/>
              </a:ext>
            </a:extLst>
          </p:cNvPr>
          <p:cNvSpPr>
            <a:spLocks noGrp="1"/>
          </p:cNvSpPr>
          <p:nvPr/>
        </p:nvSpPr>
        <p:spPr>
          <a:xfrm>
            <a:off x="3429000" y="2943225"/>
            <a:ext cx="2257425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defRPr>
            </a:pPr>
            <a:r>
              <a: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rPr>
              <a:t>assignRole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E7B17AA7-5A91-4EDB-BA8B-C924FA313727}"/>
              </a:ext>
            </a:extLst>
          </p:cNvPr>
          <p:cNvSpPr>
            <a:spLocks noGrp="1"/>
          </p:cNvSpPr>
          <p:nvPr/>
        </p:nvSpPr>
        <p:spPr>
          <a:xfrm>
            <a:off x="5819775" y="2838450"/>
            <a:ext cx="49530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E21718E1-72B2-44D7-9058-8A3B44E0B1CE}"/>
              </a:ext>
            </a:extLst>
          </p:cNvPr>
          <p:cNvSpPr>
            <a:spLocks noGrp="1"/>
          </p:cNvSpPr>
          <p:nvPr/>
        </p:nvSpPr>
        <p:spPr>
          <a:xfrm>
            <a:off x="5953125" y="2943225"/>
            <a:ext cx="46863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Admin-only permissions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126E7DE-A9B3-41C9-949A-DB85D82D49D0}"/>
              </a:ext>
            </a:extLst>
          </p:cNvPr>
          <p:cNvSpPr>
            <a:spLocks noGrp="1"/>
          </p:cNvSpPr>
          <p:nvPr/>
        </p:nvSpPr>
        <p:spPr>
          <a:xfrm>
            <a:off x="10772775" y="2838450"/>
            <a:ext cx="8763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D66D9192-D466-4869-AE34-0FCAF3CF5E25}"/>
              </a:ext>
            </a:extLst>
          </p:cNvPr>
          <p:cNvSpPr>
            <a:spLocks noGrp="1"/>
          </p:cNvSpPr>
          <p:nvPr/>
        </p:nvSpPr>
        <p:spPr>
          <a:xfrm>
            <a:off x="10906125" y="2943225"/>
            <a:ext cx="6096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013" b="1">
                <a:solidFill>
                  <a:srgbClr val="2ECC71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2ECC71"/>
                </a:solidFill>
                <a:latin typeface="Aptos"/>
                <a:ea typeface="Aptos"/>
                <a:cs typeface="Aptos"/>
              </a:rPr>
              <a:t>Pass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CFF550F0-6981-4DFC-BD14-5E3EF9973156}"/>
              </a:ext>
            </a:extLst>
          </p:cNvPr>
          <p:cNvSpPr>
            <a:spLocks noGrp="1"/>
          </p:cNvSpPr>
          <p:nvPr/>
        </p:nvSpPr>
        <p:spPr>
          <a:xfrm>
            <a:off x="819150" y="3238500"/>
            <a:ext cx="2476500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7F2034D-D6BE-48F8-912E-8316656A083C}"/>
              </a:ext>
            </a:extLst>
          </p:cNvPr>
          <p:cNvSpPr>
            <a:spLocks noGrp="1"/>
          </p:cNvSpPr>
          <p:nvPr/>
        </p:nvSpPr>
        <p:spPr>
          <a:xfrm>
            <a:off x="952500" y="3343275"/>
            <a:ext cx="22098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1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EAF2FB"/>
                </a:solidFill>
                <a:latin typeface="Aptos"/>
                <a:ea typeface="Aptos"/>
                <a:cs typeface="Aptos"/>
              </a:rPr>
              <a:t>Batch registration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5F8C50F2-3F67-446B-91DD-1C2D4075E823}"/>
              </a:ext>
            </a:extLst>
          </p:cNvPr>
          <p:cNvSpPr>
            <a:spLocks noGrp="1"/>
          </p:cNvSpPr>
          <p:nvPr/>
        </p:nvSpPr>
        <p:spPr>
          <a:xfrm>
            <a:off x="3295650" y="3238500"/>
            <a:ext cx="2524125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82B4005F-5FD8-47C4-8280-527D1A3F928B}"/>
              </a:ext>
            </a:extLst>
          </p:cNvPr>
          <p:cNvSpPr>
            <a:spLocks noGrp="1"/>
          </p:cNvSpPr>
          <p:nvPr/>
        </p:nvSpPr>
        <p:spPr>
          <a:xfrm>
            <a:off x="3429000" y="3343275"/>
            <a:ext cx="2257425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defRPr>
            </a:pPr>
            <a:r>
              <a: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rPr>
              <a:t>registerBatch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1663C9-FF58-49C3-8D63-1663254D61EB}"/>
              </a:ext>
            </a:extLst>
          </p:cNvPr>
          <p:cNvSpPr>
            <a:spLocks noGrp="1"/>
          </p:cNvSpPr>
          <p:nvPr/>
        </p:nvSpPr>
        <p:spPr>
          <a:xfrm>
            <a:off x="5819775" y="3238500"/>
            <a:ext cx="4953000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9B69F6A-620E-45EB-96DB-E4E5898A93AA}"/>
              </a:ext>
            </a:extLst>
          </p:cNvPr>
          <p:cNvSpPr>
            <a:spLocks noGrp="1"/>
          </p:cNvSpPr>
          <p:nvPr/>
        </p:nvSpPr>
        <p:spPr>
          <a:xfrm>
            <a:off x="5953125" y="3343275"/>
            <a:ext cx="46863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New batch + first history event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19C39795-53A4-4BFB-BE54-A65A5002D363}"/>
              </a:ext>
            </a:extLst>
          </p:cNvPr>
          <p:cNvSpPr>
            <a:spLocks noGrp="1"/>
          </p:cNvSpPr>
          <p:nvPr/>
        </p:nvSpPr>
        <p:spPr>
          <a:xfrm>
            <a:off x="10772775" y="3238500"/>
            <a:ext cx="876300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C87214D2-56DB-4032-A774-A120314FE13A}"/>
              </a:ext>
            </a:extLst>
          </p:cNvPr>
          <p:cNvSpPr>
            <a:spLocks noGrp="1"/>
          </p:cNvSpPr>
          <p:nvPr/>
        </p:nvSpPr>
        <p:spPr>
          <a:xfrm>
            <a:off x="10906125" y="3343275"/>
            <a:ext cx="6096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013" b="1">
                <a:solidFill>
                  <a:srgbClr val="2ECC71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2ECC71"/>
                </a:solidFill>
                <a:latin typeface="Aptos"/>
                <a:ea typeface="Aptos"/>
                <a:cs typeface="Aptos"/>
              </a:rPr>
              <a:t>Pass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F1FDD2B0-DD8D-4A79-BB15-DE6AC7968483}"/>
              </a:ext>
            </a:extLst>
          </p:cNvPr>
          <p:cNvSpPr>
            <a:spLocks noGrp="1"/>
          </p:cNvSpPr>
          <p:nvPr/>
        </p:nvSpPr>
        <p:spPr>
          <a:xfrm>
            <a:off x="819150" y="3638550"/>
            <a:ext cx="24765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A35EA614-B0AB-48A0-8144-570C8254F27A}"/>
              </a:ext>
            </a:extLst>
          </p:cNvPr>
          <p:cNvSpPr>
            <a:spLocks noGrp="1"/>
          </p:cNvSpPr>
          <p:nvPr/>
        </p:nvSpPr>
        <p:spPr>
          <a:xfrm>
            <a:off x="952500" y="3743325"/>
            <a:ext cx="22098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1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EAF2FB"/>
                </a:solidFill>
                <a:latin typeface="Aptos"/>
                <a:ea typeface="Aptos"/>
                <a:cs typeface="Aptos"/>
              </a:rPr>
              <a:t>Duplicate prevention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F6E0264-E23A-408A-9F75-A0397786E2D2}"/>
              </a:ext>
            </a:extLst>
          </p:cNvPr>
          <p:cNvSpPr>
            <a:spLocks noGrp="1"/>
          </p:cNvSpPr>
          <p:nvPr/>
        </p:nvSpPr>
        <p:spPr>
          <a:xfrm>
            <a:off x="3295650" y="3638550"/>
            <a:ext cx="2524125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5ED8A3F-C0B0-415F-BF14-18857F72797F}"/>
              </a:ext>
            </a:extLst>
          </p:cNvPr>
          <p:cNvSpPr>
            <a:spLocks noGrp="1"/>
          </p:cNvSpPr>
          <p:nvPr/>
        </p:nvSpPr>
        <p:spPr>
          <a:xfrm>
            <a:off x="3429000" y="3743325"/>
            <a:ext cx="2257425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defRPr>
            </a:pPr>
            <a:r>
              <a: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rPr>
              <a:t>registerBatch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6AA801D-F5FE-4709-8F02-C29FDB9E9926}"/>
              </a:ext>
            </a:extLst>
          </p:cNvPr>
          <p:cNvSpPr>
            <a:spLocks noGrp="1"/>
          </p:cNvSpPr>
          <p:nvPr/>
        </p:nvSpPr>
        <p:spPr>
          <a:xfrm>
            <a:off x="5819775" y="3638550"/>
            <a:ext cx="49530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03B3A523-C351-4FCD-B676-CF366316E305}"/>
              </a:ext>
            </a:extLst>
          </p:cNvPr>
          <p:cNvSpPr>
            <a:spLocks noGrp="1"/>
          </p:cNvSpPr>
          <p:nvPr/>
        </p:nvSpPr>
        <p:spPr>
          <a:xfrm>
            <a:off x="5953125" y="3743325"/>
            <a:ext cx="46863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Reject reused batch IDs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1F3F5B9-78E3-4F1E-9DF2-481BA8EB3F00}"/>
              </a:ext>
            </a:extLst>
          </p:cNvPr>
          <p:cNvSpPr>
            <a:spLocks noGrp="1"/>
          </p:cNvSpPr>
          <p:nvPr/>
        </p:nvSpPr>
        <p:spPr>
          <a:xfrm>
            <a:off x="10772775" y="3638550"/>
            <a:ext cx="8763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FE926BA-3665-415E-BACA-F2230C245EBC}"/>
              </a:ext>
            </a:extLst>
          </p:cNvPr>
          <p:cNvSpPr>
            <a:spLocks noGrp="1"/>
          </p:cNvSpPr>
          <p:nvPr/>
        </p:nvSpPr>
        <p:spPr>
          <a:xfrm>
            <a:off x="10906125" y="3743325"/>
            <a:ext cx="6096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013" b="1">
                <a:solidFill>
                  <a:srgbClr val="2ECC71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2ECC71"/>
                </a:solidFill>
                <a:latin typeface="Aptos"/>
                <a:ea typeface="Aptos"/>
                <a:cs typeface="Aptos"/>
              </a:rPr>
              <a:t>Pass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B6AA04F-88DE-47F6-B7A9-C05A4629EBC7}"/>
              </a:ext>
            </a:extLst>
          </p:cNvPr>
          <p:cNvSpPr>
            <a:spLocks noGrp="1"/>
          </p:cNvSpPr>
          <p:nvPr/>
        </p:nvSpPr>
        <p:spPr>
          <a:xfrm>
            <a:off x="819150" y="4038600"/>
            <a:ext cx="2476500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00E10989-03D6-4866-AE61-2F43C212452E}"/>
              </a:ext>
            </a:extLst>
          </p:cNvPr>
          <p:cNvSpPr>
            <a:spLocks noGrp="1"/>
          </p:cNvSpPr>
          <p:nvPr/>
        </p:nvSpPr>
        <p:spPr>
          <a:xfrm>
            <a:off x="952500" y="4143375"/>
            <a:ext cx="22098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1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EAF2FB"/>
                </a:solidFill>
                <a:latin typeface="Aptos"/>
                <a:ea typeface="Aptos"/>
                <a:cs typeface="Aptos"/>
              </a:rPr>
              <a:t>Custody transfer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C5B728A6-3BA7-4F5E-997F-EEEBB32C2060}"/>
              </a:ext>
            </a:extLst>
          </p:cNvPr>
          <p:cNvSpPr>
            <a:spLocks noGrp="1"/>
          </p:cNvSpPr>
          <p:nvPr/>
        </p:nvSpPr>
        <p:spPr>
          <a:xfrm>
            <a:off x="3295650" y="4038600"/>
            <a:ext cx="2524125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9F64E797-F25D-47B7-AF49-AB92D2790C79}"/>
              </a:ext>
            </a:extLst>
          </p:cNvPr>
          <p:cNvSpPr>
            <a:spLocks noGrp="1"/>
          </p:cNvSpPr>
          <p:nvPr/>
        </p:nvSpPr>
        <p:spPr>
          <a:xfrm>
            <a:off x="3429000" y="4143375"/>
            <a:ext cx="2257425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defRPr>
            </a:pPr>
            <a:r>
              <a: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rPr>
              <a:t>transferCustody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1632DDC-BB63-4A6B-B01B-C151870A19BC}"/>
              </a:ext>
            </a:extLst>
          </p:cNvPr>
          <p:cNvSpPr>
            <a:spLocks noGrp="1"/>
          </p:cNvSpPr>
          <p:nvPr/>
        </p:nvSpPr>
        <p:spPr>
          <a:xfrm>
            <a:off x="5819775" y="4038600"/>
            <a:ext cx="4953000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B168D81-B2A5-4FBE-AD13-BAB9A2219679}"/>
              </a:ext>
            </a:extLst>
          </p:cNvPr>
          <p:cNvSpPr>
            <a:spLocks noGrp="1"/>
          </p:cNvSpPr>
          <p:nvPr/>
        </p:nvSpPr>
        <p:spPr>
          <a:xfrm>
            <a:off x="5953125" y="4143375"/>
            <a:ext cx="46863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Owner + role checks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A17DFD51-C714-4D4A-88CE-E79549EAA25E}"/>
              </a:ext>
            </a:extLst>
          </p:cNvPr>
          <p:cNvSpPr>
            <a:spLocks noGrp="1"/>
          </p:cNvSpPr>
          <p:nvPr/>
        </p:nvSpPr>
        <p:spPr>
          <a:xfrm>
            <a:off x="10772775" y="4038600"/>
            <a:ext cx="876300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560D7335-A261-444B-9C54-57C0D376ECC9}"/>
              </a:ext>
            </a:extLst>
          </p:cNvPr>
          <p:cNvSpPr>
            <a:spLocks noGrp="1"/>
          </p:cNvSpPr>
          <p:nvPr/>
        </p:nvSpPr>
        <p:spPr>
          <a:xfrm>
            <a:off x="10906125" y="4143375"/>
            <a:ext cx="6096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013" b="1">
                <a:solidFill>
                  <a:srgbClr val="2ECC71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2ECC71"/>
                </a:solidFill>
                <a:latin typeface="Aptos"/>
                <a:ea typeface="Aptos"/>
                <a:cs typeface="Aptos"/>
              </a:rPr>
              <a:t>Pass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12AA8506-A633-48B4-80A7-30C4FC8829F0}"/>
              </a:ext>
            </a:extLst>
          </p:cNvPr>
          <p:cNvSpPr>
            <a:spLocks noGrp="1"/>
          </p:cNvSpPr>
          <p:nvPr/>
        </p:nvSpPr>
        <p:spPr>
          <a:xfrm>
            <a:off x="819150" y="4438650"/>
            <a:ext cx="24765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4FA2AFFC-E253-446D-9E67-AA246BF61C70}"/>
              </a:ext>
            </a:extLst>
          </p:cNvPr>
          <p:cNvSpPr>
            <a:spLocks noGrp="1"/>
          </p:cNvSpPr>
          <p:nvPr/>
        </p:nvSpPr>
        <p:spPr>
          <a:xfrm>
            <a:off x="952500" y="4543425"/>
            <a:ext cx="22098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1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EAF2FB"/>
                </a:solidFill>
                <a:latin typeface="Aptos"/>
                <a:ea typeface="Aptos"/>
                <a:cs typeface="Aptos"/>
              </a:rPr>
              <a:t>Dispensing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8424F738-80D5-487C-93CC-252E9084752F}"/>
              </a:ext>
            </a:extLst>
          </p:cNvPr>
          <p:cNvSpPr>
            <a:spLocks noGrp="1"/>
          </p:cNvSpPr>
          <p:nvPr/>
        </p:nvSpPr>
        <p:spPr>
          <a:xfrm>
            <a:off x="3295650" y="4438650"/>
            <a:ext cx="2524125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F5CDCF72-E647-4706-B766-EF93CBF9D4EA}"/>
              </a:ext>
            </a:extLst>
          </p:cNvPr>
          <p:cNvSpPr>
            <a:spLocks noGrp="1"/>
          </p:cNvSpPr>
          <p:nvPr/>
        </p:nvSpPr>
        <p:spPr>
          <a:xfrm>
            <a:off x="3429000" y="4543425"/>
            <a:ext cx="2257425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defRPr>
            </a:pPr>
            <a:r>
              <a: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rPr>
              <a:t>markDispensed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382AC084-60F7-4EA2-957F-E8292837573C}"/>
              </a:ext>
            </a:extLst>
          </p:cNvPr>
          <p:cNvSpPr>
            <a:spLocks noGrp="1"/>
          </p:cNvSpPr>
          <p:nvPr/>
        </p:nvSpPr>
        <p:spPr>
          <a:xfrm>
            <a:off x="5819775" y="4438650"/>
            <a:ext cx="49530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6606AE41-47B4-4E46-86E0-E002B5B83DAA}"/>
              </a:ext>
            </a:extLst>
          </p:cNvPr>
          <p:cNvSpPr>
            <a:spLocks noGrp="1"/>
          </p:cNvSpPr>
          <p:nvPr/>
        </p:nvSpPr>
        <p:spPr>
          <a:xfrm>
            <a:off x="5953125" y="4543425"/>
            <a:ext cx="46863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Pharmacy-only final state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D6A4BBB9-09FA-4C08-B8D9-BFB84ACE1627}"/>
              </a:ext>
            </a:extLst>
          </p:cNvPr>
          <p:cNvSpPr>
            <a:spLocks noGrp="1"/>
          </p:cNvSpPr>
          <p:nvPr/>
        </p:nvSpPr>
        <p:spPr>
          <a:xfrm>
            <a:off x="10772775" y="4438650"/>
            <a:ext cx="8763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D8214A17-29DB-4038-9679-DEE200E0C978}"/>
              </a:ext>
            </a:extLst>
          </p:cNvPr>
          <p:cNvSpPr>
            <a:spLocks noGrp="1"/>
          </p:cNvSpPr>
          <p:nvPr/>
        </p:nvSpPr>
        <p:spPr>
          <a:xfrm>
            <a:off x="10906125" y="4543425"/>
            <a:ext cx="6096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013" b="1">
                <a:solidFill>
                  <a:srgbClr val="2ECC71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2ECC71"/>
                </a:solidFill>
                <a:latin typeface="Aptos"/>
                <a:ea typeface="Aptos"/>
                <a:cs typeface="Aptos"/>
              </a:rPr>
              <a:t>Pass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9AAAE446-67F5-43D6-B728-6B61F8BBDE7F}"/>
              </a:ext>
            </a:extLst>
          </p:cNvPr>
          <p:cNvSpPr>
            <a:spLocks noGrp="1"/>
          </p:cNvSpPr>
          <p:nvPr/>
        </p:nvSpPr>
        <p:spPr>
          <a:xfrm>
            <a:off x="819150" y="4838700"/>
            <a:ext cx="2476500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46A5F574-63AF-440E-902D-3ED7EEDEF5CF}"/>
              </a:ext>
            </a:extLst>
          </p:cNvPr>
          <p:cNvSpPr>
            <a:spLocks noGrp="1"/>
          </p:cNvSpPr>
          <p:nvPr/>
        </p:nvSpPr>
        <p:spPr>
          <a:xfrm>
            <a:off x="952500" y="4943475"/>
            <a:ext cx="22098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1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EAF2FB"/>
                </a:solidFill>
                <a:latin typeface="Aptos"/>
                <a:ea typeface="Aptos"/>
                <a:cs typeface="Aptos"/>
              </a:rPr>
              <a:t>Recall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AC2282F-6ED0-4984-8485-65EE9F9D1662}"/>
              </a:ext>
            </a:extLst>
          </p:cNvPr>
          <p:cNvSpPr>
            <a:spLocks noGrp="1"/>
          </p:cNvSpPr>
          <p:nvPr/>
        </p:nvSpPr>
        <p:spPr>
          <a:xfrm>
            <a:off x="3295650" y="4838700"/>
            <a:ext cx="2524125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CEF59FF4-C7B4-4C8B-BB4C-AC554ADE82CC}"/>
              </a:ext>
            </a:extLst>
          </p:cNvPr>
          <p:cNvSpPr>
            <a:spLocks noGrp="1"/>
          </p:cNvSpPr>
          <p:nvPr/>
        </p:nvSpPr>
        <p:spPr>
          <a:xfrm>
            <a:off x="3429000" y="4943475"/>
            <a:ext cx="2257425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defRPr>
            </a:pPr>
            <a:r>
              <a: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rPr>
              <a:t>recallBatch</a:t>
            </a: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1DF2FE9A-335A-4F96-B842-8E935F36CEE0}"/>
              </a:ext>
            </a:extLst>
          </p:cNvPr>
          <p:cNvSpPr>
            <a:spLocks noGrp="1"/>
          </p:cNvSpPr>
          <p:nvPr/>
        </p:nvSpPr>
        <p:spPr>
          <a:xfrm>
            <a:off x="5819775" y="4838700"/>
            <a:ext cx="4953000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A6B2D81-7805-44D6-8D8D-FFAB532B51F6}"/>
              </a:ext>
            </a:extLst>
          </p:cNvPr>
          <p:cNvSpPr>
            <a:spLocks noGrp="1"/>
          </p:cNvSpPr>
          <p:nvPr/>
        </p:nvSpPr>
        <p:spPr>
          <a:xfrm>
            <a:off x="5953125" y="4943475"/>
            <a:ext cx="46863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Regulator safety override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115289C1-2985-49B2-B313-C353C7F09727}"/>
              </a:ext>
            </a:extLst>
          </p:cNvPr>
          <p:cNvSpPr>
            <a:spLocks noGrp="1"/>
          </p:cNvSpPr>
          <p:nvPr/>
        </p:nvSpPr>
        <p:spPr>
          <a:xfrm>
            <a:off x="10772775" y="4838700"/>
            <a:ext cx="876300" cy="40005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B623392C-D77B-4A8C-A451-1CDA80DE7B64}"/>
              </a:ext>
            </a:extLst>
          </p:cNvPr>
          <p:cNvSpPr>
            <a:spLocks noGrp="1"/>
          </p:cNvSpPr>
          <p:nvPr/>
        </p:nvSpPr>
        <p:spPr>
          <a:xfrm>
            <a:off x="10906125" y="4943475"/>
            <a:ext cx="6096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013" b="1">
                <a:solidFill>
                  <a:srgbClr val="2ECC71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2ECC71"/>
                </a:solidFill>
                <a:latin typeface="Aptos"/>
                <a:ea typeface="Aptos"/>
                <a:cs typeface="Aptos"/>
              </a:rPr>
              <a:t>Pass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CE637F7B-BB93-4FCA-B6A2-0B34A4E184B4}"/>
              </a:ext>
            </a:extLst>
          </p:cNvPr>
          <p:cNvSpPr>
            <a:spLocks noGrp="1"/>
          </p:cNvSpPr>
          <p:nvPr/>
        </p:nvSpPr>
        <p:spPr>
          <a:xfrm>
            <a:off x="819150" y="5238750"/>
            <a:ext cx="24765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F3A9D957-FCDC-473F-959B-64E68DEB4AD3}"/>
              </a:ext>
            </a:extLst>
          </p:cNvPr>
          <p:cNvSpPr>
            <a:spLocks noGrp="1"/>
          </p:cNvSpPr>
          <p:nvPr/>
        </p:nvSpPr>
        <p:spPr>
          <a:xfrm>
            <a:off x="952500" y="5343525"/>
            <a:ext cx="22098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1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EAF2FB"/>
                </a:solidFill>
                <a:latin typeface="Aptos"/>
                <a:ea typeface="Aptos"/>
                <a:cs typeface="Aptos"/>
              </a:rPr>
              <a:t>Verification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82FDADCD-9144-4FEE-A5DF-E48D3F391FD3}"/>
              </a:ext>
            </a:extLst>
          </p:cNvPr>
          <p:cNvSpPr>
            <a:spLocks noGrp="1"/>
          </p:cNvSpPr>
          <p:nvPr/>
        </p:nvSpPr>
        <p:spPr>
          <a:xfrm>
            <a:off x="3295650" y="5238750"/>
            <a:ext cx="2524125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D9A3D9EC-AAEB-4911-BC31-193F156177C9}"/>
              </a:ext>
            </a:extLst>
          </p:cNvPr>
          <p:cNvSpPr>
            <a:spLocks noGrp="1"/>
          </p:cNvSpPr>
          <p:nvPr/>
        </p:nvSpPr>
        <p:spPr>
          <a:xfrm>
            <a:off x="3429000" y="5343525"/>
            <a:ext cx="2257425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defRPr>
            </a:pPr>
            <a:r>
              <a:rPr sz="938" b="0">
                <a:solidFill>
                  <a:srgbClr val="F3B23A"/>
                </a:solidFill>
                <a:latin typeface="Aptos Mono"/>
                <a:ea typeface="Aptos Mono"/>
                <a:cs typeface="Aptos Mono"/>
              </a:rPr>
              <a:t>verifyBatch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E14A03D4-5C4F-49C9-9EA2-244B8751F978}"/>
              </a:ext>
            </a:extLst>
          </p:cNvPr>
          <p:cNvSpPr>
            <a:spLocks noGrp="1"/>
          </p:cNvSpPr>
          <p:nvPr/>
        </p:nvSpPr>
        <p:spPr>
          <a:xfrm>
            <a:off x="5819775" y="5238750"/>
            <a:ext cx="49530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CAEA4689-4414-47DA-9C84-C025AC30CD68}"/>
              </a:ext>
            </a:extLst>
          </p:cNvPr>
          <p:cNvSpPr>
            <a:spLocks noGrp="1"/>
          </p:cNvSpPr>
          <p:nvPr/>
        </p:nvSpPr>
        <p:spPr>
          <a:xfrm>
            <a:off x="5953125" y="5343525"/>
            <a:ext cx="46863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Valid / recalled / expired result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F4AF1C9D-DA91-415F-8601-4992E8459658}"/>
              </a:ext>
            </a:extLst>
          </p:cNvPr>
          <p:cNvSpPr>
            <a:spLocks noGrp="1"/>
          </p:cNvSpPr>
          <p:nvPr/>
        </p:nvSpPr>
        <p:spPr>
          <a:xfrm>
            <a:off x="10772775" y="5238750"/>
            <a:ext cx="876300" cy="40005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2A879305-FDBD-4D0F-BFD5-BE68D362DF7C}"/>
              </a:ext>
            </a:extLst>
          </p:cNvPr>
          <p:cNvSpPr>
            <a:spLocks noGrp="1"/>
          </p:cNvSpPr>
          <p:nvPr/>
        </p:nvSpPr>
        <p:spPr>
          <a:xfrm>
            <a:off x="10906125" y="5343525"/>
            <a:ext cx="6096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013" b="1">
                <a:solidFill>
                  <a:srgbClr val="2ECC71"/>
                </a:solidFill>
                <a:latin typeface="Aptos"/>
                <a:ea typeface="Aptos"/>
                <a:cs typeface="Aptos"/>
              </a:defRPr>
            </a:pPr>
            <a:r>
              <a:rPr sz="1013" b="1">
                <a:solidFill>
                  <a:srgbClr val="2ECC71"/>
                </a:solidFill>
                <a:latin typeface="Aptos"/>
                <a:ea typeface="Aptos"/>
                <a:cs typeface="Aptos"/>
              </a:rPr>
              <a:t>Pass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E5AFDDA0-80AB-4026-88C5-489D19A37FCB}"/>
              </a:ext>
            </a:extLst>
          </p:cNvPr>
          <p:cNvSpPr>
            <a:spLocks noGrp="1"/>
          </p:cNvSpPr>
          <p:nvPr/>
        </p:nvSpPr>
        <p:spPr>
          <a:xfrm>
            <a:off x="876300" y="5810250"/>
            <a:ext cx="10191750" cy="2857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3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defRPr>
            </a:pPr>
            <a:r>
              <a:rPr sz="13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rPr>
              <a:t>The tests mirror the rubric’s functional requirement: working smart contracts plus successful stakeholder interactions.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8E2F2A7-F588-4B5C-81F7-572F90E0C059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EC5C8CDB-021A-4710-A931-6D4244C03BAD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rPr>
              <a:t>09</a:t>
            </a:r>
          </a:p>
        </p:txBody>
      </p:sp>
    </p:spTree>
    <p:extLst>
      <p:ext uri="{BB962C8B-B14F-4D97-AF65-F5344CB8AC3E}">
        <p14:creationId xmlns:p14="http://schemas.microsoft.com/office/powerpoint/2010/main" val="100462650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Rectangle 46">
            <a:extLst>
              <a:ext uri="{FF2B5EF4-FFF2-40B4-BE49-F238E27FC236}">
                <a16:creationId xmlns:a16="http://schemas.microsoft.com/office/drawing/2014/main" id="{67D2D477-E5A3-4111-A6F4-9E51BAFD2354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7FAFC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76FB26FB-C6B1-46EE-B459-49FA903B1349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49500B1E-C87C-4BAE-96B6-3EC62DE11143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59687D"/>
                </a:solidFill>
                <a:latin typeface="Aptos"/>
                <a:ea typeface="Aptos"/>
                <a:cs typeface="Aptos"/>
              </a:rPr>
              <a:t>DEMO HANDOFF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F0F9C00-8CAF-42C1-8023-BEEBE3499B8D}"/>
              </a:ext>
            </a:extLst>
          </p:cNvPr>
          <p:cNvSpPr>
            <a:spLocks noGrp="1"/>
          </p:cNvSpPr>
          <p:nvPr/>
        </p:nvSpPr>
        <p:spPr>
          <a:xfrm>
            <a:off x="533400" y="742950"/>
            <a:ext cx="8572500" cy="895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5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25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The live demo will prove the full stakeholder flow end to end.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418D406-9A41-46F9-811E-E599ACE1EAF6}"/>
              </a:ext>
            </a:extLst>
          </p:cNvPr>
          <p:cNvSpPr>
            <a:spLocks noGrp="1"/>
          </p:cNvSpPr>
          <p:nvPr/>
        </p:nvSpPr>
        <p:spPr>
          <a:xfrm>
            <a:off x="552450" y="1657350"/>
            <a:ext cx="7239000" cy="419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This slide is the handoff point before switching from presentation to the running application.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C88B12A-71B5-4120-B3B2-066F6609C601}"/>
              </a:ext>
            </a:extLst>
          </p:cNvPr>
          <p:cNvSpPr>
            <a:spLocks noGrp="1"/>
          </p:cNvSpPr>
          <p:nvPr/>
        </p:nvSpPr>
        <p:spPr>
          <a:xfrm>
            <a:off x="762000" y="2857500"/>
            <a:ext cx="1485900" cy="1485900"/>
          </a:xfrm>
          <a:prstGeom prst="rect">
            <a:avLst/>
          </a:prstGeom>
          <a:solidFill>
            <a:srgbClr val="FFFFFF"/>
          </a:solidFill>
          <a:ln w="14288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54BC38E-DDBC-459E-9EAA-A3EB1E17A3F9}"/>
              </a:ext>
            </a:extLst>
          </p:cNvPr>
          <p:cNvSpPr>
            <a:spLocks noGrp="1"/>
          </p:cNvSpPr>
          <p:nvPr/>
        </p:nvSpPr>
        <p:spPr>
          <a:xfrm>
            <a:off x="1238250" y="2647950"/>
            <a:ext cx="533400" cy="53340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8A403A3-9484-4EDC-B6FD-793E944D3C6A}"/>
              </a:ext>
            </a:extLst>
          </p:cNvPr>
          <p:cNvSpPr>
            <a:spLocks noGrp="1"/>
          </p:cNvSpPr>
          <p:nvPr/>
        </p:nvSpPr>
        <p:spPr>
          <a:xfrm>
            <a:off x="1238250" y="2781300"/>
            <a:ext cx="53340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00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1500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1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C58FC7F-960B-4F4C-8547-7E8F71CB9359}"/>
              </a:ext>
            </a:extLst>
          </p:cNvPr>
          <p:cNvSpPr>
            <a:spLocks noGrp="1"/>
          </p:cNvSpPr>
          <p:nvPr/>
        </p:nvSpPr>
        <p:spPr>
          <a:xfrm>
            <a:off x="914400" y="3162300"/>
            <a:ext cx="1181100" cy="2476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Register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00AB7C1-8B46-40F7-BF1A-16E670BEA0A2}"/>
              </a:ext>
            </a:extLst>
          </p:cNvPr>
          <p:cNvSpPr>
            <a:spLocks noGrp="1"/>
          </p:cNvSpPr>
          <p:nvPr/>
        </p:nvSpPr>
        <p:spPr>
          <a:xfrm>
            <a:off x="914400" y="3562350"/>
            <a:ext cx="1181100" cy="5334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938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38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Manufacturer creates Dolo 500 batch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44674FD-8296-41B6-A282-923D70394D8C}"/>
              </a:ext>
            </a:extLst>
          </p:cNvPr>
          <p:cNvSpPr>
            <a:spLocks noGrp="1"/>
          </p:cNvSpPr>
          <p:nvPr/>
        </p:nvSpPr>
        <p:spPr>
          <a:xfrm>
            <a:off x="2324100" y="3590925"/>
            <a:ext cx="571500" cy="19050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Straight Connector 11">
            <a:extLst>
              <a:ext uri="{FF2B5EF4-FFF2-40B4-BE49-F238E27FC236}">
                <a16:creationId xmlns:a16="http://schemas.microsoft.com/office/drawing/2014/main" id="{C4F2B338-681E-4EEA-88C7-3278ED94B9D7}"/>
              </a:ext>
            </a:extLst>
          </p:cNvPr>
          <p:cNvSpPr>
            <a:spLocks noGrp="1"/>
          </p:cNvSpPr>
          <p:nvPr/>
        </p:nvSpPr>
        <p:spPr>
          <a:xfrm>
            <a:off x="2895600" y="360045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Straight Connector 12">
            <a:extLst>
              <a:ext uri="{FF2B5EF4-FFF2-40B4-BE49-F238E27FC236}">
                <a16:creationId xmlns:a16="http://schemas.microsoft.com/office/drawing/2014/main" id="{96F0DD62-A42E-47BC-BC61-1EA79C070703}"/>
              </a:ext>
            </a:extLst>
          </p:cNvPr>
          <p:cNvSpPr>
            <a:spLocks noGrp="1"/>
          </p:cNvSpPr>
          <p:nvPr/>
        </p:nvSpPr>
        <p:spPr>
          <a:xfrm>
            <a:off x="2895600" y="360045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314FED08-B6C5-4976-BB0E-4E374C2084CE}"/>
              </a:ext>
            </a:extLst>
          </p:cNvPr>
          <p:cNvSpPr>
            <a:spLocks noGrp="1"/>
          </p:cNvSpPr>
          <p:nvPr/>
        </p:nvSpPr>
        <p:spPr>
          <a:xfrm>
            <a:off x="2971800" y="2857500"/>
            <a:ext cx="1485900" cy="1485900"/>
          </a:xfrm>
          <a:prstGeom prst="rect">
            <a:avLst/>
          </a:prstGeom>
          <a:solidFill>
            <a:srgbClr val="FFFFFF"/>
          </a:solidFill>
          <a:ln w="14288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181419F-8422-46DE-A317-BEF7FB0C04D0}"/>
              </a:ext>
            </a:extLst>
          </p:cNvPr>
          <p:cNvSpPr>
            <a:spLocks noGrp="1"/>
          </p:cNvSpPr>
          <p:nvPr/>
        </p:nvSpPr>
        <p:spPr>
          <a:xfrm>
            <a:off x="3448050" y="2647950"/>
            <a:ext cx="533400" cy="53340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A89781A1-E048-4147-A131-29691B6F7265}"/>
              </a:ext>
            </a:extLst>
          </p:cNvPr>
          <p:cNvSpPr>
            <a:spLocks noGrp="1"/>
          </p:cNvSpPr>
          <p:nvPr/>
        </p:nvSpPr>
        <p:spPr>
          <a:xfrm>
            <a:off x="3448050" y="2781300"/>
            <a:ext cx="53340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00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1500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2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8D313CE-7A06-4BA7-A90F-C801357B22BA}"/>
              </a:ext>
            </a:extLst>
          </p:cNvPr>
          <p:cNvSpPr>
            <a:spLocks noGrp="1"/>
          </p:cNvSpPr>
          <p:nvPr/>
        </p:nvSpPr>
        <p:spPr>
          <a:xfrm>
            <a:off x="3124200" y="3162300"/>
            <a:ext cx="1181100" cy="2476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Transfer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52B5CAF-A9FC-4CBE-83DD-3226E40EC2DA}"/>
              </a:ext>
            </a:extLst>
          </p:cNvPr>
          <p:cNvSpPr>
            <a:spLocks noGrp="1"/>
          </p:cNvSpPr>
          <p:nvPr/>
        </p:nvSpPr>
        <p:spPr>
          <a:xfrm>
            <a:off x="3124200" y="3562350"/>
            <a:ext cx="1181100" cy="5334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938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38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Manufacturer sends to distributor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E104F510-9855-4C6C-A671-FA2E5F36FA4B}"/>
              </a:ext>
            </a:extLst>
          </p:cNvPr>
          <p:cNvSpPr>
            <a:spLocks noGrp="1"/>
          </p:cNvSpPr>
          <p:nvPr/>
        </p:nvSpPr>
        <p:spPr>
          <a:xfrm>
            <a:off x="4533900" y="3590925"/>
            <a:ext cx="571500" cy="19050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Straight Connector 19">
            <a:extLst>
              <a:ext uri="{FF2B5EF4-FFF2-40B4-BE49-F238E27FC236}">
                <a16:creationId xmlns:a16="http://schemas.microsoft.com/office/drawing/2014/main" id="{64A2AF2C-899E-42D6-859B-18E0EBB6D91D}"/>
              </a:ext>
            </a:extLst>
          </p:cNvPr>
          <p:cNvSpPr>
            <a:spLocks noGrp="1"/>
          </p:cNvSpPr>
          <p:nvPr/>
        </p:nvSpPr>
        <p:spPr>
          <a:xfrm>
            <a:off x="5105400" y="360045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Straight Connector 20">
            <a:extLst>
              <a:ext uri="{FF2B5EF4-FFF2-40B4-BE49-F238E27FC236}">
                <a16:creationId xmlns:a16="http://schemas.microsoft.com/office/drawing/2014/main" id="{BAA6EAE5-CFA2-411F-975E-BEF5E6BADDC4}"/>
              </a:ext>
            </a:extLst>
          </p:cNvPr>
          <p:cNvSpPr>
            <a:spLocks noGrp="1"/>
          </p:cNvSpPr>
          <p:nvPr/>
        </p:nvSpPr>
        <p:spPr>
          <a:xfrm>
            <a:off x="5105400" y="360045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2E9CEAB9-1911-4CD5-B281-7BA775C9DB8C}"/>
              </a:ext>
            </a:extLst>
          </p:cNvPr>
          <p:cNvSpPr>
            <a:spLocks noGrp="1"/>
          </p:cNvSpPr>
          <p:nvPr/>
        </p:nvSpPr>
        <p:spPr>
          <a:xfrm>
            <a:off x="5181600" y="2857500"/>
            <a:ext cx="1485900" cy="1485900"/>
          </a:xfrm>
          <a:prstGeom prst="rect">
            <a:avLst/>
          </a:prstGeom>
          <a:solidFill>
            <a:srgbClr val="FFFFFF"/>
          </a:solidFill>
          <a:ln w="14288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A7A28E0-DE10-4EC2-91C5-BB1F38B08DA2}"/>
              </a:ext>
            </a:extLst>
          </p:cNvPr>
          <p:cNvSpPr>
            <a:spLocks noGrp="1"/>
          </p:cNvSpPr>
          <p:nvPr/>
        </p:nvSpPr>
        <p:spPr>
          <a:xfrm>
            <a:off x="5657850" y="2647950"/>
            <a:ext cx="533400" cy="53340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1995A92A-8C71-42AC-9477-552252EB9D1A}"/>
              </a:ext>
            </a:extLst>
          </p:cNvPr>
          <p:cNvSpPr>
            <a:spLocks noGrp="1"/>
          </p:cNvSpPr>
          <p:nvPr/>
        </p:nvSpPr>
        <p:spPr>
          <a:xfrm>
            <a:off x="5657850" y="2781300"/>
            <a:ext cx="53340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00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1500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3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F01F625C-D76C-47F3-84CF-7AFD7D7DFEAF}"/>
              </a:ext>
            </a:extLst>
          </p:cNvPr>
          <p:cNvSpPr>
            <a:spLocks noGrp="1"/>
          </p:cNvSpPr>
          <p:nvPr/>
        </p:nvSpPr>
        <p:spPr>
          <a:xfrm>
            <a:off x="5334000" y="3162300"/>
            <a:ext cx="1181100" cy="2476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Receive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BC8F248-5BF3-49EF-ABEF-7172814A2DB6}"/>
              </a:ext>
            </a:extLst>
          </p:cNvPr>
          <p:cNvSpPr>
            <a:spLocks noGrp="1"/>
          </p:cNvSpPr>
          <p:nvPr/>
        </p:nvSpPr>
        <p:spPr>
          <a:xfrm>
            <a:off x="5334000" y="3562350"/>
            <a:ext cx="1181100" cy="5334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938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38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Distributor transfers to pharmacy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B8058E15-844F-42FA-B00D-A1508D58F9E9}"/>
              </a:ext>
            </a:extLst>
          </p:cNvPr>
          <p:cNvSpPr>
            <a:spLocks noGrp="1"/>
          </p:cNvSpPr>
          <p:nvPr/>
        </p:nvSpPr>
        <p:spPr>
          <a:xfrm>
            <a:off x="6743700" y="3590925"/>
            <a:ext cx="571500" cy="19050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Straight Connector 27">
            <a:extLst>
              <a:ext uri="{FF2B5EF4-FFF2-40B4-BE49-F238E27FC236}">
                <a16:creationId xmlns:a16="http://schemas.microsoft.com/office/drawing/2014/main" id="{37CF7F7C-9830-47C9-8709-1723324EB4C6}"/>
              </a:ext>
            </a:extLst>
          </p:cNvPr>
          <p:cNvSpPr>
            <a:spLocks noGrp="1"/>
          </p:cNvSpPr>
          <p:nvPr/>
        </p:nvSpPr>
        <p:spPr>
          <a:xfrm>
            <a:off x="7315200" y="360045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Straight Connector 28">
            <a:extLst>
              <a:ext uri="{FF2B5EF4-FFF2-40B4-BE49-F238E27FC236}">
                <a16:creationId xmlns:a16="http://schemas.microsoft.com/office/drawing/2014/main" id="{F751440B-8747-4369-AE9E-0D14A0223FF1}"/>
              </a:ext>
            </a:extLst>
          </p:cNvPr>
          <p:cNvSpPr>
            <a:spLocks noGrp="1"/>
          </p:cNvSpPr>
          <p:nvPr/>
        </p:nvSpPr>
        <p:spPr>
          <a:xfrm>
            <a:off x="7315200" y="360045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CA3D6E79-844E-4619-9176-1967C4DAD08A}"/>
              </a:ext>
            </a:extLst>
          </p:cNvPr>
          <p:cNvSpPr>
            <a:spLocks noGrp="1"/>
          </p:cNvSpPr>
          <p:nvPr/>
        </p:nvSpPr>
        <p:spPr>
          <a:xfrm>
            <a:off x="7391400" y="2857500"/>
            <a:ext cx="1485900" cy="1485900"/>
          </a:xfrm>
          <a:prstGeom prst="rect">
            <a:avLst/>
          </a:prstGeom>
          <a:solidFill>
            <a:srgbClr val="FFFFFF"/>
          </a:solidFill>
          <a:ln w="14288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1673DC96-7A6D-44D0-A801-6B5A74F28FF7}"/>
              </a:ext>
            </a:extLst>
          </p:cNvPr>
          <p:cNvSpPr>
            <a:spLocks noGrp="1"/>
          </p:cNvSpPr>
          <p:nvPr/>
        </p:nvSpPr>
        <p:spPr>
          <a:xfrm>
            <a:off x="7867650" y="2647950"/>
            <a:ext cx="533400" cy="53340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A6BE042-CF77-411F-923C-3E5BE234F907}"/>
              </a:ext>
            </a:extLst>
          </p:cNvPr>
          <p:cNvSpPr>
            <a:spLocks noGrp="1"/>
          </p:cNvSpPr>
          <p:nvPr/>
        </p:nvSpPr>
        <p:spPr>
          <a:xfrm>
            <a:off x="7867650" y="2781300"/>
            <a:ext cx="53340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00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1500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4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18BA1FAC-1891-4C37-A10A-76D6735483C7}"/>
              </a:ext>
            </a:extLst>
          </p:cNvPr>
          <p:cNvSpPr>
            <a:spLocks noGrp="1"/>
          </p:cNvSpPr>
          <p:nvPr/>
        </p:nvSpPr>
        <p:spPr>
          <a:xfrm>
            <a:off x="7543800" y="3162300"/>
            <a:ext cx="1181100" cy="2476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5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Verify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DE76F6D-6B1F-48FD-A673-80CFEF2E8828}"/>
              </a:ext>
            </a:extLst>
          </p:cNvPr>
          <p:cNvSpPr>
            <a:spLocks noGrp="1"/>
          </p:cNvSpPr>
          <p:nvPr/>
        </p:nvSpPr>
        <p:spPr>
          <a:xfrm>
            <a:off x="7543800" y="3562350"/>
            <a:ext cx="1181100" cy="5334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938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38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User checks authenticity and history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8BD1749-9D43-4956-8398-029DD6691426}"/>
              </a:ext>
            </a:extLst>
          </p:cNvPr>
          <p:cNvSpPr>
            <a:spLocks noGrp="1"/>
          </p:cNvSpPr>
          <p:nvPr/>
        </p:nvSpPr>
        <p:spPr>
          <a:xfrm>
            <a:off x="8953500" y="3590925"/>
            <a:ext cx="571500" cy="19050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6" name="Straight Connector 35">
            <a:extLst>
              <a:ext uri="{FF2B5EF4-FFF2-40B4-BE49-F238E27FC236}">
                <a16:creationId xmlns:a16="http://schemas.microsoft.com/office/drawing/2014/main" id="{5AB60152-31ED-47C3-895D-DD6802B9863B}"/>
              </a:ext>
            </a:extLst>
          </p:cNvPr>
          <p:cNvSpPr>
            <a:spLocks noGrp="1"/>
          </p:cNvSpPr>
          <p:nvPr/>
        </p:nvSpPr>
        <p:spPr>
          <a:xfrm>
            <a:off x="9525000" y="360045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7" name="Straight Connector 36">
            <a:extLst>
              <a:ext uri="{FF2B5EF4-FFF2-40B4-BE49-F238E27FC236}">
                <a16:creationId xmlns:a16="http://schemas.microsoft.com/office/drawing/2014/main" id="{6EFEB11E-9050-465C-B695-4888B24BF516}"/>
              </a:ext>
            </a:extLst>
          </p:cNvPr>
          <p:cNvSpPr>
            <a:spLocks noGrp="1"/>
          </p:cNvSpPr>
          <p:nvPr/>
        </p:nvSpPr>
        <p:spPr>
          <a:xfrm>
            <a:off x="9525000" y="360045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2D7FF9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A2F753A8-6608-4BC6-852E-FD11A84276BC}"/>
              </a:ext>
            </a:extLst>
          </p:cNvPr>
          <p:cNvSpPr>
            <a:spLocks noGrp="1"/>
          </p:cNvSpPr>
          <p:nvPr/>
        </p:nvSpPr>
        <p:spPr>
          <a:xfrm>
            <a:off x="9601200" y="2857500"/>
            <a:ext cx="1485900" cy="1485900"/>
          </a:xfrm>
          <a:prstGeom prst="rect">
            <a:avLst/>
          </a:prstGeom>
          <a:solidFill>
            <a:srgbClr val="FFF1F1"/>
          </a:solidFill>
          <a:ln w="14288">
            <a:solidFill>
              <a:srgbClr val="E95D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272BD945-9C61-4D66-BBBD-3910AE9DC748}"/>
              </a:ext>
            </a:extLst>
          </p:cNvPr>
          <p:cNvSpPr>
            <a:spLocks noGrp="1"/>
          </p:cNvSpPr>
          <p:nvPr/>
        </p:nvSpPr>
        <p:spPr>
          <a:xfrm>
            <a:off x="10077450" y="2647950"/>
            <a:ext cx="533400" cy="533400"/>
          </a:xfrm>
          <a:prstGeom prst="rect">
            <a:avLst/>
          </a:prstGeom>
          <a:solidFill>
            <a:srgbClr val="E95D5D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77F941EF-67A3-4C6E-9F37-71F9E1300A64}"/>
              </a:ext>
            </a:extLst>
          </p:cNvPr>
          <p:cNvSpPr>
            <a:spLocks noGrp="1"/>
          </p:cNvSpPr>
          <p:nvPr/>
        </p:nvSpPr>
        <p:spPr>
          <a:xfrm>
            <a:off x="10077450" y="2781300"/>
            <a:ext cx="53340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00" b="1">
                <a:solidFill>
                  <a:srgbClr val="FFFFFF"/>
                </a:solidFill>
                <a:latin typeface="Aptos"/>
                <a:ea typeface="Aptos"/>
                <a:cs typeface="Aptos"/>
              </a:defRPr>
            </a:pPr>
            <a:r>
              <a:rPr sz="1500" b="1">
                <a:solidFill>
                  <a:srgbClr val="FFFFFF"/>
                </a:solidFill>
                <a:latin typeface="Aptos"/>
                <a:ea typeface="Aptos"/>
                <a:cs typeface="Aptos"/>
              </a:rPr>
              <a:t>5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333BA02F-557C-4084-B36D-2D026AB0AE60}"/>
              </a:ext>
            </a:extLst>
          </p:cNvPr>
          <p:cNvSpPr>
            <a:spLocks noGrp="1"/>
          </p:cNvSpPr>
          <p:nvPr/>
        </p:nvSpPr>
        <p:spPr>
          <a:xfrm>
            <a:off x="9753600" y="3162300"/>
            <a:ext cx="1181100" cy="2476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500" b="1">
                <a:solidFill>
                  <a:srgbClr val="E95D5D"/>
                </a:solidFill>
                <a:latin typeface="Aptos Display"/>
                <a:ea typeface="Aptos Display"/>
                <a:cs typeface="Aptos Display"/>
              </a:defRPr>
            </a:pPr>
            <a:r>
              <a:rPr sz="1500" b="1">
                <a:solidFill>
                  <a:srgbClr val="E95D5D"/>
                </a:solidFill>
                <a:latin typeface="Aptos Display"/>
                <a:ea typeface="Aptos Display"/>
                <a:cs typeface="Aptos Display"/>
              </a:rPr>
              <a:t>Recall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535D412E-8C9E-4EEF-9728-791F54D85B37}"/>
              </a:ext>
            </a:extLst>
          </p:cNvPr>
          <p:cNvSpPr>
            <a:spLocks noGrp="1"/>
          </p:cNvSpPr>
          <p:nvPr/>
        </p:nvSpPr>
        <p:spPr>
          <a:xfrm>
            <a:off x="9753600" y="3562350"/>
            <a:ext cx="1181100" cy="5334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938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38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Regulator can mark unsafe batch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39496C39-C191-4673-AFBA-7860A8944E23}"/>
              </a:ext>
            </a:extLst>
          </p:cNvPr>
          <p:cNvSpPr>
            <a:spLocks noGrp="1"/>
          </p:cNvSpPr>
          <p:nvPr/>
        </p:nvSpPr>
        <p:spPr>
          <a:xfrm>
            <a:off x="1543050" y="5143500"/>
            <a:ext cx="9124950" cy="514350"/>
          </a:xfrm>
          <a:prstGeom prst="rect">
            <a:avLst/>
          </a:prstGeom>
          <a:solidFill>
            <a:srgbClr val="ECFFFA"/>
          </a:solidFill>
          <a:ln w="9525">
            <a:solidFill>
              <a:srgbClr val="9EEBD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3C4181D0-8EA7-431D-8B31-4073225D9BCD}"/>
              </a:ext>
            </a:extLst>
          </p:cNvPr>
          <p:cNvSpPr>
            <a:spLocks noGrp="1"/>
          </p:cNvSpPr>
          <p:nvPr/>
        </p:nvSpPr>
        <p:spPr>
          <a:xfrm>
            <a:off x="1809750" y="5286375"/>
            <a:ext cx="857250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2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120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Live demo scope: wallet connection, transaction confirmation, status update, IPFS link, and custody timeline.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E01DEBDF-32A4-43B3-90BD-C9FCF0776946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A4F60C76-C121-4D3E-B7D3-AAE3B5C6C4DD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rPr>
              <a:t>10</a:t>
            </a:r>
          </a:p>
        </p:txBody>
      </p:sp>
    </p:spTree>
    <p:extLst>
      <p:ext uri="{BB962C8B-B14F-4D97-AF65-F5344CB8AC3E}">
        <p14:creationId xmlns:p14="http://schemas.microsoft.com/office/powerpoint/2010/main" val="207219127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37">
            <a:extLst>
              <a:ext uri="{FF2B5EF4-FFF2-40B4-BE49-F238E27FC236}">
                <a16:creationId xmlns:a16="http://schemas.microsoft.com/office/drawing/2014/main" id="{4F401C8A-61A4-4FC6-B117-84CC56C3D86A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F89C0C9D-2897-4B40-9D6A-193FE146AC96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12E6C8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78540691-1AB6-4801-8AFE-EF1324E5DACA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91A1B8"/>
                </a:solidFill>
                <a:latin typeface="Aptos"/>
                <a:ea typeface="Aptos"/>
                <a:cs typeface="Aptos"/>
              </a:rPr>
              <a:t>ANALYSIS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76EC8C5-5D57-4BFE-AED1-6671AAF441D7}"/>
              </a:ext>
            </a:extLst>
          </p:cNvPr>
          <p:cNvSpPr>
            <a:spLocks noGrp="1"/>
          </p:cNvSpPr>
          <p:nvPr/>
        </p:nvSpPr>
        <p:spPr>
          <a:xfrm>
            <a:off x="533400" y="742950"/>
            <a:ext cx="8572500" cy="895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5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defRPr>
            </a:pPr>
            <a:r>
              <a:rPr sz="2550" b="1">
                <a:solidFill>
                  <a:srgbClr val="EAF2FB"/>
                </a:solidFill>
                <a:latin typeface="Aptos Display"/>
                <a:ea typeface="Aptos Display"/>
                <a:cs typeface="Aptos Display"/>
              </a:rPr>
              <a:t>The design favors auditability, with clear trade-offs in cost, privacy, and scale.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FC5C66F-BE7C-43FA-AEBF-BBB5A4D97C3C}"/>
              </a:ext>
            </a:extLst>
          </p:cNvPr>
          <p:cNvSpPr>
            <a:spLocks noGrp="1"/>
          </p:cNvSpPr>
          <p:nvPr/>
        </p:nvSpPr>
        <p:spPr>
          <a:xfrm>
            <a:off x="552450" y="1657350"/>
            <a:ext cx="7239000" cy="419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These trade-offs are expected for a blockchain provenance prototype.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97513BF-6D84-46AA-B7CB-C83B1F9F3FFA}"/>
              </a:ext>
            </a:extLst>
          </p:cNvPr>
          <p:cNvSpPr>
            <a:spLocks noGrp="1"/>
          </p:cNvSpPr>
          <p:nvPr/>
        </p:nvSpPr>
        <p:spPr>
          <a:xfrm>
            <a:off x="819150" y="2400300"/>
            <a:ext cx="1771650" cy="400050"/>
          </a:xfrm>
          <a:prstGeom prst="rect">
            <a:avLst/>
          </a:prstGeom>
          <a:solidFill>
            <a:srgbClr val="102B40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96BAB44-0EB5-4682-91F1-27E02C6335EC}"/>
              </a:ext>
            </a:extLst>
          </p:cNvPr>
          <p:cNvSpPr>
            <a:spLocks noGrp="1"/>
          </p:cNvSpPr>
          <p:nvPr/>
        </p:nvSpPr>
        <p:spPr>
          <a:xfrm>
            <a:off x="952500" y="2514600"/>
            <a:ext cx="150495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38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938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Decision area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619402B-83E7-4CDF-A19E-3C37BD985A60}"/>
              </a:ext>
            </a:extLst>
          </p:cNvPr>
          <p:cNvSpPr>
            <a:spLocks noGrp="1"/>
          </p:cNvSpPr>
          <p:nvPr/>
        </p:nvSpPr>
        <p:spPr>
          <a:xfrm>
            <a:off x="2590800" y="2400300"/>
            <a:ext cx="4229100" cy="400050"/>
          </a:xfrm>
          <a:prstGeom prst="rect">
            <a:avLst/>
          </a:prstGeom>
          <a:solidFill>
            <a:srgbClr val="102B40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35EFF80-0A99-462C-B50F-31AEC8F1C7A1}"/>
              </a:ext>
            </a:extLst>
          </p:cNvPr>
          <p:cNvSpPr>
            <a:spLocks noGrp="1"/>
          </p:cNvSpPr>
          <p:nvPr/>
        </p:nvSpPr>
        <p:spPr>
          <a:xfrm>
            <a:off x="2724150" y="2514600"/>
            <a:ext cx="39624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38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938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Benefit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4EC50EC-371F-49B1-BF59-0C487B55F49F}"/>
              </a:ext>
            </a:extLst>
          </p:cNvPr>
          <p:cNvSpPr>
            <a:spLocks noGrp="1"/>
          </p:cNvSpPr>
          <p:nvPr/>
        </p:nvSpPr>
        <p:spPr>
          <a:xfrm>
            <a:off x="6819900" y="2400300"/>
            <a:ext cx="4457700" cy="400050"/>
          </a:xfrm>
          <a:prstGeom prst="rect">
            <a:avLst/>
          </a:prstGeom>
          <a:solidFill>
            <a:srgbClr val="102B40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285137D-BEEB-4A0C-81BB-980143E205DA}"/>
              </a:ext>
            </a:extLst>
          </p:cNvPr>
          <p:cNvSpPr>
            <a:spLocks noGrp="1"/>
          </p:cNvSpPr>
          <p:nvPr/>
        </p:nvSpPr>
        <p:spPr>
          <a:xfrm>
            <a:off x="6953250" y="2514600"/>
            <a:ext cx="4191000" cy="1714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38" b="1">
                <a:solidFill>
                  <a:srgbClr val="12E6C8"/>
                </a:solidFill>
                <a:latin typeface="Aptos"/>
                <a:ea typeface="Aptos"/>
                <a:cs typeface="Aptos"/>
              </a:defRPr>
            </a:pPr>
            <a:r>
              <a:rPr sz="938" b="1">
                <a:solidFill>
                  <a:srgbClr val="12E6C8"/>
                </a:solidFill>
                <a:latin typeface="Aptos"/>
                <a:ea typeface="Aptos"/>
                <a:cs typeface="Aptos"/>
              </a:rPr>
              <a:t>Trade-off / limitation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61C2ED6A-6B51-482F-B36D-47E81C191CAE}"/>
              </a:ext>
            </a:extLst>
          </p:cNvPr>
          <p:cNvSpPr>
            <a:spLocks noGrp="1"/>
          </p:cNvSpPr>
          <p:nvPr/>
        </p:nvSpPr>
        <p:spPr>
          <a:xfrm>
            <a:off x="819150" y="2800350"/>
            <a:ext cx="1771650" cy="72390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4FD7200-47A0-4504-BCD9-54D4555DB534}"/>
              </a:ext>
            </a:extLst>
          </p:cNvPr>
          <p:cNvSpPr>
            <a:spLocks noGrp="1"/>
          </p:cNvSpPr>
          <p:nvPr/>
        </p:nvSpPr>
        <p:spPr>
          <a:xfrm>
            <a:off x="952500" y="3038475"/>
            <a:ext cx="150495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00" b="1">
                <a:solidFill>
                  <a:srgbClr val="F3B23A"/>
                </a:solidFill>
                <a:latin typeface="Aptos"/>
                <a:ea typeface="Aptos"/>
                <a:cs typeface="Aptos"/>
              </a:defRPr>
            </a:pPr>
            <a:r>
              <a:rPr sz="1200" b="1">
                <a:solidFill>
                  <a:srgbClr val="F3B23A"/>
                </a:solidFill>
                <a:latin typeface="Aptos"/>
                <a:ea typeface="Aptos"/>
                <a:cs typeface="Aptos"/>
              </a:rPr>
              <a:t>Immutability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2807567-B701-40E0-B7E1-73E12C33C85A}"/>
              </a:ext>
            </a:extLst>
          </p:cNvPr>
          <p:cNvSpPr>
            <a:spLocks noGrp="1"/>
          </p:cNvSpPr>
          <p:nvPr/>
        </p:nvSpPr>
        <p:spPr>
          <a:xfrm>
            <a:off x="2590800" y="2800350"/>
            <a:ext cx="4229100" cy="72390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1B5535C-1D5D-43A8-B8A5-49A0E75EAE50}"/>
              </a:ext>
            </a:extLst>
          </p:cNvPr>
          <p:cNvSpPr>
            <a:spLocks noGrp="1"/>
          </p:cNvSpPr>
          <p:nvPr/>
        </p:nvSpPr>
        <p:spPr>
          <a:xfrm>
            <a:off x="2724150" y="2943225"/>
            <a:ext cx="396240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On-chain custody events cannot be silently rewritten.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E97A4A8C-E16E-4E4A-87D4-09FFF2D527F1}"/>
              </a:ext>
            </a:extLst>
          </p:cNvPr>
          <p:cNvSpPr>
            <a:spLocks noGrp="1"/>
          </p:cNvSpPr>
          <p:nvPr/>
        </p:nvSpPr>
        <p:spPr>
          <a:xfrm>
            <a:off x="6819900" y="2800350"/>
            <a:ext cx="4457700" cy="72390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09E3D99-F5F5-41C5-97FC-67349EC02BFC}"/>
              </a:ext>
            </a:extLst>
          </p:cNvPr>
          <p:cNvSpPr>
            <a:spLocks noGrp="1"/>
          </p:cNvSpPr>
          <p:nvPr/>
        </p:nvSpPr>
        <p:spPr>
          <a:xfrm>
            <a:off x="6953250" y="2943225"/>
            <a:ext cx="419100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Public chains make corrections harder; mistakes need compensating records.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6144FD3-A01D-4B69-AEED-8AFB9005C7E7}"/>
              </a:ext>
            </a:extLst>
          </p:cNvPr>
          <p:cNvSpPr>
            <a:spLocks noGrp="1"/>
          </p:cNvSpPr>
          <p:nvPr/>
        </p:nvSpPr>
        <p:spPr>
          <a:xfrm>
            <a:off x="819150" y="3524250"/>
            <a:ext cx="1771650" cy="72390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7BF69B1-AE21-4B5B-938B-11EE9A9AF064}"/>
              </a:ext>
            </a:extLst>
          </p:cNvPr>
          <p:cNvSpPr>
            <a:spLocks noGrp="1"/>
          </p:cNvSpPr>
          <p:nvPr/>
        </p:nvSpPr>
        <p:spPr>
          <a:xfrm>
            <a:off x="952500" y="3762375"/>
            <a:ext cx="150495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00" b="1">
                <a:solidFill>
                  <a:srgbClr val="F3B23A"/>
                </a:solidFill>
                <a:latin typeface="Aptos"/>
                <a:ea typeface="Aptos"/>
                <a:cs typeface="Aptos"/>
              </a:defRPr>
            </a:pPr>
            <a:r>
              <a:rPr sz="1200" b="1">
                <a:solidFill>
                  <a:srgbClr val="F3B23A"/>
                </a:solidFill>
                <a:latin typeface="Aptos"/>
                <a:ea typeface="Aptos"/>
                <a:cs typeface="Aptos"/>
              </a:rPr>
              <a:t>Gas cost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0036378E-70B0-4A9C-B00A-52227AE53AC4}"/>
              </a:ext>
            </a:extLst>
          </p:cNvPr>
          <p:cNvSpPr>
            <a:spLocks noGrp="1"/>
          </p:cNvSpPr>
          <p:nvPr/>
        </p:nvSpPr>
        <p:spPr>
          <a:xfrm>
            <a:off x="2590800" y="3524250"/>
            <a:ext cx="4229100" cy="72390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E813EDD3-D849-49D4-BEEE-BB643FA503AC}"/>
              </a:ext>
            </a:extLst>
          </p:cNvPr>
          <p:cNvSpPr>
            <a:spLocks noGrp="1"/>
          </p:cNvSpPr>
          <p:nvPr/>
        </p:nvSpPr>
        <p:spPr>
          <a:xfrm>
            <a:off x="2724150" y="3667125"/>
            <a:ext cx="396240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Critical provenance data is stored directly on-chain.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17BAD12-2FA1-4BBA-90A4-E08460E4A291}"/>
              </a:ext>
            </a:extLst>
          </p:cNvPr>
          <p:cNvSpPr>
            <a:spLocks noGrp="1"/>
          </p:cNvSpPr>
          <p:nvPr/>
        </p:nvSpPr>
        <p:spPr>
          <a:xfrm>
            <a:off x="6819900" y="3524250"/>
            <a:ext cx="4457700" cy="72390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0AEDEB76-BF83-4B24-A733-5852BEE474A6}"/>
              </a:ext>
            </a:extLst>
          </p:cNvPr>
          <p:cNvSpPr>
            <a:spLocks noGrp="1"/>
          </p:cNvSpPr>
          <p:nvPr/>
        </p:nvSpPr>
        <p:spPr>
          <a:xfrm>
            <a:off x="6953250" y="3667125"/>
            <a:ext cx="419100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Large documents are pushed to IPFS to avoid expensive storage.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50F9277-5493-4520-85D1-619897B7B33E}"/>
              </a:ext>
            </a:extLst>
          </p:cNvPr>
          <p:cNvSpPr>
            <a:spLocks noGrp="1"/>
          </p:cNvSpPr>
          <p:nvPr/>
        </p:nvSpPr>
        <p:spPr>
          <a:xfrm>
            <a:off x="819150" y="4248150"/>
            <a:ext cx="1771650" cy="72390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D2C7E31-CD77-4E2C-8545-409378AA8B53}"/>
              </a:ext>
            </a:extLst>
          </p:cNvPr>
          <p:cNvSpPr>
            <a:spLocks noGrp="1"/>
          </p:cNvSpPr>
          <p:nvPr/>
        </p:nvSpPr>
        <p:spPr>
          <a:xfrm>
            <a:off x="952500" y="4486275"/>
            <a:ext cx="150495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00" b="1">
                <a:solidFill>
                  <a:srgbClr val="F3B23A"/>
                </a:solidFill>
                <a:latin typeface="Aptos"/>
                <a:ea typeface="Aptos"/>
                <a:cs typeface="Aptos"/>
              </a:defRPr>
            </a:pPr>
            <a:r>
              <a:rPr sz="1200" b="1">
                <a:solidFill>
                  <a:srgbClr val="F3B23A"/>
                </a:solidFill>
                <a:latin typeface="Aptos"/>
                <a:ea typeface="Aptos"/>
                <a:cs typeface="Aptos"/>
              </a:rPr>
              <a:t>Privacy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18AB948-88A2-48DF-B710-E6F78ED1A334}"/>
              </a:ext>
            </a:extLst>
          </p:cNvPr>
          <p:cNvSpPr>
            <a:spLocks noGrp="1"/>
          </p:cNvSpPr>
          <p:nvPr/>
        </p:nvSpPr>
        <p:spPr>
          <a:xfrm>
            <a:off x="2590800" y="4248150"/>
            <a:ext cx="4229100" cy="72390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0A62548-EBF3-4EAC-BE08-FD0FFD380A56}"/>
              </a:ext>
            </a:extLst>
          </p:cNvPr>
          <p:cNvSpPr>
            <a:spLocks noGrp="1"/>
          </p:cNvSpPr>
          <p:nvPr/>
        </p:nvSpPr>
        <p:spPr>
          <a:xfrm>
            <a:off x="2724150" y="4391025"/>
            <a:ext cx="396240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Shared audit trail improves trust across organizations.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BEFD1A4-AC03-4A24-9DA1-6F66CB735ED2}"/>
              </a:ext>
            </a:extLst>
          </p:cNvPr>
          <p:cNvSpPr>
            <a:spLocks noGrp="1"/>
          </p:cNvSpPr>
          <p:nvPr/>
        </p:nvSpPr>
        <p:spPr>
          <a:xfrm>
            <a:off x="6819900" y="4248150"/>
            <a:ext cx="4457700" cy="723900"/>
          </a:xfrm>
          <a:prstGeom prst="rect">
            <a:avLst/>
          </a:prstGeom>
          <a:solidFill>
            <a:srgbClr val="0B2236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EB19DA5-970A-4705-A668-D80DB3B3B5B3}"/>
              </a:ext>
            </a:extLst>
          </p:cNvPr>
          <p:cNvSpPr>
            <a:spLocks noGrp="1"/>
          </p:cNvSpPr>
          <p:nvPr/>
        </p:nvSpPr>
        <p:spPr>
          <a:xfrm>
            <a:off x="6953250" y="4391025"/>
            <a:ext cx="419100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Sensitive business data may require permissioned networks or hashes only.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EAB5DC3A-5D0E-43D7-BABB-27A16D87E214}"/>
              </a:ext>
            </a:extLst>
          </p:cNvPr>
          <p:cNvSpPr>
            <a:spLocks noGrp="1"/>
          </p:cNvSpPr>
          <p:nvPr/>
        </p:nvSpPr>
        <p:spPr>
          <a:xfrm>
            <a:off x="819150" y="4972050"/>
            <a:ext cx="1771650" cy="72390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06430CC-E2D9-4BBD-A5A1-BA5951583E61}"/>
              </a:ext>
            </a:extLst>
          </p:cNvPr>
          <p:cNvSpPr>
            <a:spLocks noGrp="1"/>
          </p:cNvSpPr>
          <p:nvPr/>
        </p:nvSpPr>
        <p:spPr>
          <a:xfrm>
            <a:off x="952500" y="5210175"/>
            <a:ext cx="150495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00" b="1">
                <a:solidFill>
                  <a:srgbClr val="F3B23A"/>
                </a:solidFill>
                <a:latin typeface="Aptos"/>
                <a:ea typeface="Aptos"/>
                <a:cs typeface="Aptos"/>
              </a:defRPr>
            </a:pPr>
            <a:r>
              <a:rPr sz="1200" b="1">
                <a:solidFill>
                  <a:srgbClr val="F3B23A"/>
                </a:solidFill>
                <a:latin typeface="Aptos"/>
                <a:ea typeface="Aptos"/>
                <a:cs typeface="Aptos"/>
              </a:rPr>
              <a:t>Scalability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EC3F362-16F9-45AF-A950-8F096C2C0E4A}"/>
              </a:ext>
            </a:extLst>
          </p:cNvPr>
          <p:cNvSpPr>
            <a:spLocks noGrp="1"/>
          </p:cNvSpPr>
          <p:nvPr/>
        </p:nvSpPr>
        <p:spPr>
          <a:xfrm>
            <a:off x="2590800" y="4972050"/>
            <a:ext cx="4229100" cy="72390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4AE6A5F8-D12A-4CE0-93D6-D18F0F7BAEC5}"/>
              </a:ext>
            </a:extLst>
          </p:cNvPr>
          <p:cNvSpPr>
            <a:spLocks noGrp="1"/>
          </p:cNvSpPr>
          <p:nvPr/>
        </p:nvSpPr>
        <p:spPr>
          <a:xfrm>
            <a:off x="2724150" y="5114925"/>
            <a:ext cx="396240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Prototype flow works clearly for classroom demonstration.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E8538D6-A9F0-4433-AC0E-AB3DB6A6297F}"/>
              </a:ext>
            </a:extLst>
          </p:cNvPr>
          <p:cNvSpPr>
            <a:spLocks noGrp="1"/>
          </p:cNvSpPr>
          <p:nvPr/>
        </p:nvSpPr>
        <p:spPr>
          <a:xfrm>
            <a:off x="6819900" y="4972050"/>
            <a:ext cx="4457700" cy="723900"/>
          </a:xfrm>
          <a:prstGeom prst="rect">
            <a:avLst/>
          </a:prstGeom>
          <a:solidFill>
            <a:srgbClr val="0E263A"/>
          </a:solidFill>
          <a:ln w="9525">
            <a:solidFill>
              <a:srgbClr val="21405D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EB832CC8-3D44-4159-A8BE-8436D1A66F4C}"/>
              </a:ext>
            </a:extLst>
          </p:cNvPr>
          <p:cNvSpPr>
            <a:spLocks noGrp="1"/>
          </p:cNvSpPr>
          <p:nvPr/>
        </p:nvSpPr>
        <p:spPr>
          <a:xfrm>
            <a:off x="6953250" y="5114925"/>
            <a:ext cx="4191000" cy="4762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EAF2FB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EAF2FB"/>
                </a:solidFill>
                <a:latin typeface="Aptos"/>
                <a:ea typeface="Aptos"/>
                <a:cs typeface="Aptos"/>
              </a:rPr>
              <a:t>Production usage needs batching, indexing, event dashboards, and Layer 2 options.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068C143B-C64F-4F87-8B13-362DC94B2E34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91A1B8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91A1B8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AC5C6FA-E7C4-46EB-AD8E-69FCFB54BFFA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91A1B8"/>
                </a:solidFill>
                <a:latin typeface="Aptos Mono"/>
                <a:ea typeface="Aptos Mono"/>
                <a:cs typeface="Aptos Mono"/>
              </a:rPr>
              <a:t>11</a:t>
            </a:r>
          </a:p>
        </p:txBody>
      </p:sp>
    </p:spTree>
    <p:extLst>
      <p:ext uri="{BB962C8B-B14F-4D97-AF65-F5344CB8AC3E}">
        <p14:creationId xmlns:p14="http://schemas.microsoft.com/office/powerpoint/2010/main" val="48292421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Rectangle 30">
            <a:extLst>
              <a:ext uri="{FF2B5EF4-FFF2-40B4-BE49-F238E27FC236}">
                <a16:creationId xmlns:a16="http://schemas.microsoft.com/office/drawing/2014/main" id="{2F737A99-FF32-48DF-8C06-87CB39542DB4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7FAFC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" name="kicker-marker">
            <a:extLst>
              <a:ext uri="{FF2B5EF4-FFF2-40B4-BE49-F238E27FC236}">
                <a16:creationId xmlns:a16="http://schemas.microsoft.com/office/drawing/2014/main" id="{B6256D9E-5165-40A0-9AA0-1B0C5353769A}"/>
              </a:ext>
            </a:extLst>
          </p:cNvPr>
          <p:cNvSpPr>
            <a:spLocks noGrp="1"/>
          </p:cNvSpPr>
          <p:nvPr/>
        </p:nvSpPr>
        <p:spPr>
          <a:xfrm>
            <a:off x="533400" y="519113"/>
            <a:ext cx="247650" cy="28575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3" name="kicker-label">
            <a:extLst>
              <a:ext uri="{FF2B5EF4-FFF2-40B4-BE49-F238E27FC236}">
                <a16:creationId xmlns:a16="http://schemas.microsoft.com/office/drawing/2014/main" id="{7BCC278A-FBAA-46B2-AD64-D89492858195}"/>
              </a:ext>
            </a:extLst>
          </p:cNvPr>
          <p:cNvSpPr>
            <a:spLocks noGrp="1"/>
          </p:cNvSpPr>
          <p:nvPr/>
        </p:nvSpPr>
        <p:spPr>
          <a:xfrm>
            <a:off x="895350" y="438150"/>
            <a:ext cx="34290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ctr"/>
          <a:lstStyle/>
          <a:p>
            <a:pPr algn="l">
              <a:defRPr sz="900" b="1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1">
                <a:solidFill>
                  <a:srgbClr val="59687D"/>
                </a:solidFill>
                <a:latin typeface="Aptos"/>
                <a:ea typeface="Aptos"/>
                <a:cs typeface="Aptos"/>
              </a:rPr>
              <a:t>ROADMAP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CD124E2-DF91-4107-9474-1B7390429686}"/>
              </a:ext>
            </a:extLst>
          </p:cNvPr>
          <p:cNvSpPr>
            <a:spLocks noGrp="1"/>
          </p:cNvSpPr>
          <p:nvPr/>
        </p:nvSpPr>
        <p:spPr>
          <a:xfrm>
            <a:off x="533400" y="742950"/>
            <a:ext cx="8572500" cy="8953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25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defRPr>
            </a:pPr>
            <a:r>
              <a:rPr sz="2550" b="1">
                <a:solidFill>
                  <a:srgbClr val="172033"/>
                </a:solidFill>
                <a:latin typeface="Aptos Display"/>
                <a:ea typeface="Aptos Display"/>
                <a:cs typeface="Aptos Display"/>
              </a:rPr>
              <a:t>The final prototype is complete; the next step is production-grade deployment.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121CCC3-DBAB-4F3D-B497-D0D70C3717EC}"/>
              </a:ext>
            </a:extLst>
          </p:cNvPr>
          <p:cNvSpPr>
            <a:spLocks noGrp="1"/>
          </p:cNvSpPr>
          <p:nvPr/>
        </p:nvSpPr>
        <p:spPr>
          <a:xfrm>
            <a:off x="552450" y="1657350"/>
            <a:ext cx="7239000" cy="4191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275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275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Future work moves from core provenance logic to privacy, scale, and operational usability.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7D827DE-D9F3-4CFA-AE80-547319D5882A}"/>
              </a:ext>
            </a:extLst>
          </p:cNvPr>
          <p:cNvSpPr>
            <a:spLocks noGrp="1"/>
          </p:cNvSpPr>
          <p:nvPr/>
        </p:nvSpPr>
        <p:spPr>
          <a:xfrm>
            <a:off x="2133600" y="2686050"/>
            <a:ext cx="647700" cy="647700"/>
          </a:xfrm>
          <a:prstGeom prst="rect">
            <a:avLst/>
          </a:prstGeom>
          <a:solidFill>
            <a:srgbClr val="2ECC71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1AE493F-A52B-4871-8F5E-CDBC99C45FDE}"/>
              </a:ext>
            </a:extLst>
          </p:cNvPr>
          <p:cNvSpPr>
            <a:spLocks noGrp="1"/>
          </p:cNvSpPr>
          <p:nvPr/>
        </p:nvSpPr>
        <p:spPr>
          <a:xfrm>
            <a:off x="2133600" y="2886075"/>
            <a:ext cx="64770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650" b="1">
                <a:solidFill>
                  <a:srgbClr val="FFFFFF"/>
                </a:solidFill>
                <a:latin typeface="Aptos"/>
                <a:ea typeface="Aptos"/>
                <a:cs typeface="Aptos"/>
              </a:defRPr>
            </a:pPr>
            <a:r>
              <a:rPr sz="1650" b="1">
                <a:solidFill>
                  <a:srgbClr val="FFFFFF"/>
                </a:solidFill>
                <a:latin typeface="Aptos"/>
                <a:ea typeface="Aptos"/>
                <a:cs typeface="Aptos"/>
              </a:rPr>
              <a:t>1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B9937C8-8A20-4F3B-ADBB-A642D52B2BFA}"/>
              </a:ext>
            </a:extLst>
          </p:cNvPr>
          <p:cNvSpPr>
            <a:spLocks noGrp="1"/>
          </p:cNvSpPr>
          <p:nvPr/>
        </p:nvSpPr>
        <p:spPr>
          <a:xfrm>
            <a:off x="1066800" y="3657600"/>
            <a:ext cx="2781300" cy="1428750"/>
          </a:xfrm>
          <a:prstGeom prst="rect">
            <a:avLst/>
          </a:prstGeom>
          <a:solidFill>
            <a:srgbClr val="FFFFFF"/>
          </a:solidFill>
          <a:ln w="11430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2619F27-75B4-4DBF-A68E-38B5465E3DA0}"/>
              </a:ext>
            </a:extLst>
          </p:cNvPr>
          <p:cNvSpPr>
            <a:spLocks noGrp="1"/>
          </p:cNvSpPr>
          <p:nvPr/>
        </p:nvSpPr>
        <p:spPr>
          <a:xfrm>
            <a:off x="1238250" y="3810000"/>
            <a:ext cx="243840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800" b="1">
                <a:solidFill>
                  <a:srgbClr val="2ECC71"/>
                </a:solidFill>
                <a:latin typeface="Aptos Display"/>
                <a:ea typeface="Aptos Display"/>
                <a:cs typeface="Aptos Display"/>
              </a:defRPr>
            </a:pPr>
            <a:r>
              <a:rPr sz="1800" b="1">
                <a:solidFill>
                  <a:srgbClr val="2ECC71"/>
                </a:solidFill>
                <a:latin typeface="Aptos Display"/>
                <a:ea typeface="Aptos Display"/>
                <a:cs typeface="Aptos Display"/>
              </a:rPr>
              <a:t>Now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C219C45-6678-43EC-9EC7-AEF683F8D422}"/>
              </a:ext>
            </a:extLst>
          </p:cNvPr>
          <p:cNvSpPr>
            <a:spLocks noGrp="1"/>
          </p:cNvSpPr>
          <p:nvPr/>
        </p:nvSpPr>
        <p:spPr>
          <a:xfrm>
            <a:off x="1238250" y="4152900"/>
            <a:ext cx="2438400" cy="8191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End-to-end prototype</a:t>
            </a:r>
          </a:p>
          <a:p>
            <a:endParaRPr sz="1013" b="0">
              <a:solidFill>
                <a:srgbClr val="59687D"/>
              </a:solidFill>
              <a:latin typeface="Aptos"/>
              <a:ea typeface="Aptos"/>
              <a:cs typeface="Aptos"/>
            </a:endParaRPr>
          </a:p>
          <a:p>
            <a:pPr algn="l">
              <a:defRPr sz="101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Local blockchain, roles, custody, verification, IPFS CID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4DECB5A-A7B5-4768-A6B1-D67DE83A9D3D}"/>
              </a:ext>
            </a:extLst>
          </p:cNvPr>
          <p:cNvSpPr>
            <a:spLocks noGrp="1"/>
          </p:cNvSpPr>
          <p:nvPr/>
        </p:nvSpPr>
        <p:spPr>
          <a:xfrm>
            <a:off x="3886200" y="3000375"/>
            <a:ext cx="438150" cy="19050"/>
          </a:xfrm>
          <a:prstGeom prst="rect">
            <a:avLst/>
          </a:prstGeom>
          <a:solidFill>
            <a:srgbClr val="172033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2" name="Straight Connector 11">
            <a:extLst>
              <a:ext uri="{FF2B5EF4-FFF2-40B4-BE49-F238E27FC236}">
                <a16:creationId xmlns:a16="http://schemas.microsoft.com/office/drawing/2014/main" id="{1E542454-747E-4FD4-9C37-C45A74AB8190}"/>
              </a:ext>
            </a:extLst>
          </p:cNvPr>
          <p:cNvSpPr>
            <a:spLocks noGrp="1"/>
          </p:cNvSpPr>
          <p:nvPr/>
        </p:nvSpPr>
        <p:spPr>
          <a:xfrm>
            <a:off x="4324350" y="300990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17203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3" name="Straight Connector 12">
            <a:extLst>
              <a:ext uri="{FF2B5EF4-FFF2-40B4-BE49-F238E27FC236}">
                <a16:creationId xmlns:a16="http://schemas.microsoft.com/office/drawing/2014/main" id="{A17DEFC0-AF97-40FF-8F8E-0347C95DDE2E}"/>
              </a:ext>
            </a:extLst>
          </p:cNvPr>
          <p:cNvSpPr>
            <a:spLocks noGrp="1"/>
          </p:cNvSpPr>
          <p:nvPr/>
        </p:nvSpPr>
        <p:spPr>
          <a:xfrm>
            <a:off x="4324350" y="300990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17203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987299B-62DA-4DA0-BB09-D0EE0A0C5825}"/>
              </a:ext>
            </a:extLst>
          </p:cNvPr>
          <p:cNvSpPr>
            <a:spLocks noGrp="1"/>
          </p:cNvSpPr>
          <p:nvPr/>
        </p:nvSpPr>
        <p:spPr>
          <a:xfrm>
            <a:off x="5543550" y="2686050"/>
            <a:ext cx="647700" cy="647700"/>
          </a:xfrm>
          <a:prstGeom prst="rect">
            <a:avLst/>
          </a:prstGeom>
          <a:solidFill>
            <a:srgbClr val="2D7FF9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DF363D9-C50C-419F-B779-BECBD2521B53}"/>
              </a:ext>
            </a:extLst>
          </p:cNvPr>
          <p:cNvSpPr>
            <a:spLocks noGrp="1"/>
          </p:cNvSpPr>
          <p:nvPr/>
        </p:nvSpPr>
        <p:spPr>
          <a:xfrm>
            <a:off x="5543550" y="2886075"/>
            <a:ext cx="64770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650" b="1">
                <a:solidFill>
                  <a:srgbClr val="FFFFFF"/>
                </a:solidFill>
                <a:latin typeface="Aptos"/>
                <a:ea typeface="Aptos"/>
                <a:cs typeface="Aptos"/>
              </a:defRPr>
            </a:pPr>
            <a:r>
              <a:rPr sz="1650" b="1">
                <a:solidFill>
                  <a:srgbClr val="FFFFFF"/>
                </a:solidFill>
                <a:latin typeface="Aptos"/>
                <a:ea typeface="Aptos"/>
                <a:cs typeface="Aptos"/>
              </a:rPr>
              <a:t>2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30CB3562-1774-4772-9CDE-E3D936614E0F}"/>
              </a:ext>
            </a:extLst>
          </p:cNvPr>
          <p:cNvSpPr>
            <a:spLocks noGrp="1"/>
          </p:cNvSpPr>
          <p:nvPr/>
        </p:nvSpPr>
        <p:spPr>
          <a:xfrm>
            <a:off x="4476750" y="3657600"/>
            <a:ext cx="2781300" cy="1428750"/>
          </a:xfrm>
          <a:prstGeom prst="rect">
            <a:avLst/>
          </a:prstGeom>
          <a:solidFill>
            <a:srgbClr val="FFFFFF"/>
          </a:solidFill>
          <a:ln w="11430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90E271DD-6FA1-4F8D-993F-9915CB57C34D}"/>
              </a:ext>
            </a:extLst>
          </p:cNvPr>
          <p:cNvSpPr>
            <a:spLocks noGrp="1"/>
          </p:cNvSpPr>
          <p:nvPr/>
        </p:nvSpPr>
        <p:spPr>
          <a:xfrm>
            <a:off x="4648200" y="3810000"/>
            <a:ext cx="243840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800" b="1">
                <a:solidFill>
                  <a:srgbClr val="2D7FF9"/>
                </a:solidFill>
                <a:latin typeface="Aptos Display"/>
                <a:ea typeface="Aptos Display"/>
                <a:cs typeface="Aptos Display"/>
              </a:defRPr>
            </a:pPr>
            <a:r>
              <a:rPr sz="1800" b="1">
                <a:solidFill>
                  <a:srgbClr val="2D7FF9"/>
                </a:solidFill>
                <a:latin typeface="Aptos Display"/>
                <a:ea typeface="Aptos Display"/>
                <a:cs typeface="Aptos Display"/>
              </a:rPr>
              <a:t>Next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4F205EB9-0887-46A7-89B8-DB4712820B13}"/>
              </a:ext>
            </a:extLst>
          </p:cNvPr>
          <p:cNvSpPr>
            <a:spLocks noGrp="1"/>
          </p:cNvSpPr>
          <p:nvPr/>
        </p:nvSpPr>
        <p:spPr>
          <a:xfrm>
            <a:off x="4648200" y="4152900"/>
            <a:ext cx="2438400" cy="8191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Public testnet</a:t>
            </a:r>
          </a:p>
          <a:p>
            <a:endParaRPr sz="1013" b="0">
              <a:solidFill>
                <a:srgbClr val="59687D"/>
              </a:solidFill>
              <a:latin typeface="Aptos"/>
              <a:ea typeface="Aptos"/>
              <a:cs typeface="Aptos"/>
            </a:endParaRPr>
          </a:p>
          <a:p>
            <a:pPr algn="l">
              <a:defRPr sz="101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Deploy to Sepolia, improve QR flow, frontend upload to Pinata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F5597AF2-2A55-4838-9A04-928030921E8B}"/>
              </a:ext>
            </a:extLst>
          </p:cNvPr>
          <p:cNvSpPr>
            <a:spLocks noGrp="1"/>
          </p:cNvSpPr>
          <p:nvPr/>
        </p:nvSpPr>
        <p:spPr>
          <a:xfrm>
            <a:off x="7296150" y="3000375"/>
            <a:ext cx="438150" cy="19050"/>
          </a:xfrm>
          <a:prstGeom prst="rect">
            <a:avLst/>
          </a:prstGeom>
          <a:solidFill>
            <a:srgbClr val="172033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0" name="Straight Connector 19">
            <a:extLst>
              <a:ext uri="{FF2B5EF4-FFF2-40B4-BE49-F238E27FC236}">
                <a16:creationId xmlns:a16="http://schemas.microsoft.com/office/drawing/2014/main" id="{E107181B-8DF4-4FDD-AC30-9A188865FD11}"/>
              </a:ext>
            </a:extLst>
          </p:cNvPr>
          <p:cNvSpPr>
            <a:spLocks noGrp="1"/>
          </p:cNvSpPr>
          <p:nvPr/>
        </p:nvSpPr>
        <p:spPr>
          <a:xfrm>
            <a:off x="7734300" y="3009900"/>
            <a:ext cx="0" cy="66349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17203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1" name="Straight Connector 20">
            <a:extLst>
              <a:ext uri="{FF2B5EF4-FFF2-40B4-BE49-F238E27FC236}">
                <a16:creationId xmlns:a16="http://schemas.microsoft.com/office/drawing/2014/main" id="{1AD6DBEC-EE0A-44A0-A301-2CE1A54B09C6}"/>
              </a:ext>
            </a:extLst>
          </p:cNvPr>
          <p:cNvSpPr>
            <a:spLocks noGrp="1"/>
          </p:cNvSpPr>
          <p:nvPr/>
        </p:nvSpPr>
        <p:spPr>
          <a:xfrm>
            <a:off x="7734300" y="3009900"/>
            <a:ext cx="0" cy="0"/>
          </a:xfrm>
          <a:prstGeom prst="line">
            <a:avLst/>
          </a:prstGeom>
          <a:solidFill>
            <a:srgbClr val="000000">
              <a:alpha val="0"/>
            </a:srgbClr>
          </a:solidFill>
          <a:ln w="19050">
            <a:solidFill>
              <a:srgbClr val="172033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4F4355B6-7746-4C8F-890D-BEF515131723}"/>
              </a:ext>
            </a:extLst>
          </p:cNvPr>
          <p:cNvSpPr>
            <a:spLocks noGrp="1"/>
          </p:cNvSpPr>
          <p:nvPr/>
        </p:nvSpPr>
        <p:spPr>
          <a:xfrm>
            <a:off x="8953500" y="2686050"/>
            <a:ext cx="647700" cy="647700"/>
          </a:xfrm>
          <a:prstGeom prst="rect">
            <a:avLst/>
          </a:prstGeom>
          <a:solidFill>
            <a:srgbClr val="F3B23A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42BB4598-5C93-4187-9989-6AA8BC40BA35}"/>
              </a:ext>
            </a:extLst>
          </p:cNvPr>
          <p:cNvSpPr>
            <a:spLocks noGrp="1"/>
          </p:cNvSpPr>
          <p:nvPr/>
        </p:nvSpPr>
        <p:spPr>
          <a:xfrm>
            <a:off x="8953500" y="2886075"/>
            <a:ext cx="64770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650" b="1">
                <a:solidFill>
                  <a:srgbClr val="172033"/>
                </a:solidFill>
                <a:latin typeface="Aptos"/>
                <a:ea typeface="Aptos"/>
                <a:cs typeface="Aptos"/>
              </a:defRPr>
            </a:pPr>
            <a:r>
              <a:rPr sz="1650" b="1">
                <a:solidFill>
                  <a:srgbClr val="172033"/>
                </a:solidFill>
                <a:latin typeface="Aptos"/>
                <a:ea typeface="Aptos"/>
                <a:cs typeface="Aptos"/>
              </a:rPr>
              <a:t>3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97A23610-9131-4485-869D-865DD9028568}"/>
              </a:ext>
            </a:extLst>
          </p:cNvPr>
          <p:cNvSpPr>
            <a:spLocks noGrp="1"/>
          </p:cNvSpPr>
          <p:nvPr/>
        </p:nvSpPr>
        <p:spPr>
          <a:xfrm>
            <a:off x="7886700" y="3657600"/>
            <a:ext cx="2781300" cy="1428750"/>
          </a:xfrm>
          <a:prstGeom prst="rect">
            <a:avLst/>
          </a:prstGeom>
          <a:solidFill>
            <a:srgbClr val="FFFFFF"/>
          </a:solidFill>
          <a:ln w="11430">
            <a:solidFill>
              <a:srgbClr val="C8D5E8"/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38CE0C8-1C70-49BB-9697-FC9D19BB918B}"/>
              </a:ext>
            </a:extLst>
          </p:cNvPr>
          <p:cNvSpPr>
            <a:spLocks noGrp="1"/>
          </p:cNvSpPr>
          <p:nvPr/>
        </p:nvSpPr>
        <p:spPr>
          <a:xfrm>
            <a:off x="8058150" y="3810000"/>
            <a:ext cx="2438400" cy="2667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800" b="1">
                <a:solidFill>
                  <a:srgbClr val="F3B23A"/>
                </a:solidFill>
                <a:latin typeface="Aptos Display"/>
                <a:ea typeface="Aptos Display"/>
                <a:cs typeface="Aptos Display"/>
              </a:defRPr>
            </a:pPr>
            <a:r>
              <a:rPr sz="1800" b="1">
                <a:solidFill>
                  <a:srgbClr val="F3B23A"/>
                </a:solidFill>
                <a:latin typeface="Aptos Display"/>
                <a:ea typeface="Aptos Display"/>
                <a:cs typeface="Aptos Display"/>
              </a:rPr>
              <a:t>Later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50FDB8F1-A2A3-4BEF-A504-A9D0A50E85BC}"/>
              </a:ext>
            </a:extLst>
          </p:cNvPr>
          <p:cNvSpPr>
            <a:spLocks noGrp="1"/>
          </p:cNvSpPr>
          <p:nvPr/>
        </p:nvSpPr>
        <p:spPr>
          <a:xfrm>
            <a:off x="8058150" y="4152900"/>
            <a:ext cx="2438400" cy="81915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101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Production hardening</a:t>
            </a:r>
          </a:p>
          <a:p>
            <a:endParaRPr sz="1013" b="0">
              <a:solidFill>
                <a:srgbClr val="59687D"/>
              </a:solidFill>
              <a:latin typeface="Aptos"/>
              <a:ea typeface="Aptos"/>
              <a:cs typeface="Aptos"/>
            </a:endParaRPr>
          </a:p>
          <a:p>
            <a:pPr algn="l">
              <a:defRPr sz="1013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1013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Permissioned privacy, event dashboards, indexing, gas optimization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3E85136-5929-4AAA-8EEF-E8C1AB719083}"/>
              </a:ext>
            </a:extLst>
          </p:cNvPr>
          <p:cNvSpPr>
            <a:spLocks noGrp="1"/>
          </p:cNvSpPr>
          <p:nvPr/>
        </p:nvSpPr>
        <p:spPr>
          <a:xfrm>
            <a:off x="1085850" y="5581650"/>
            <a:ext cx="10001250" cy="457200"/>
          </a:xfrm>
          <a:prstGeom prst="rect">
            <a:avLst/>
          </a:prstGeom>
          <a:solidFill>
            <a:srgbClr val="07111F"/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/>
          <a:lstStyle/>
          <a:p>
            <a:endParaRPr lang="en-US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AB9E352-CD41-416D-A30D-042ED9D51B60}"/>
              </a:ext>
            </a:extLst>
          </p:cNvPr>
          <p:cNvSpPr>
            <a:spLocks noGrp="1"/>
          </p:cNvSpPr>
          <p:nvPr/>
        </p:nvSpPr>
        <p:spPr>
          <a:xfrm>
            <a:off x="1409700" y="5695950"/>
            <a:ext cx="9353550" cy="2286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ctr">
              <a:defRPr sz="13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defRPr>
            </a:pPr>
            <a:r>
              <a:rPr sz="1350" b="1">
                <a:solidFill>
                  <a:srgbClr val="12E6C8"/>
                </a:solidFill>
                <a:latin typeface="Aptos Display"/>
                <a:ea typeface="Aptos Display"/>
                <a:cs typeface="Aptos Display"/>
              </a:rPr>
              <a:t>PharmaChain demonstrates secure, transparent, and tamper-resistant pharmaceutical provenance.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28BFA37-0420-46A0-90F3-3E708494EDA5}"/>
              </a:ext>
            </a:extLst>
          </p:cNvPr>
          <p:cNvSpPr>
            <a:spLocks noGrp="1"/>
          </p:cNvSpPr>
          <p:nvPr/>
        </p:nvSpPr>
        <p:spPr>
          <a:xfrm>
            <a:off x="514350" y="6419850"/>
            <a:ext cx="590550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l">
              <a:defRPr sz="900" b="0">
                <a:solidFill>
                  <a:srgbClr val="59687D"/>
                </a:solidFill>
                <a:latin typeface="Aptos"/>
                <a:ea typeface="Aptos"/>
                <a:cs typeface="Aptos"/>
              </a:defRPr>
            </a:pPr>
            <a:r>
              <a:rPr sz="900" b="0">
                <a:solidFill>
                  <a:srgbClr val="59687D"/>
                </a:solidFill>
                <a:latin typeface="Aptos"/>
                <a:ea typeface="Aptos"/>
                <a:cs typeface="Aptos"/>
              </a:rPr>
              <a:t>PharmaChain | CSE 540 Final Project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E5D38585-665E-49DA-B3BE-9A79DBBA71A0}"/>
              </a:ext>
            </a:extLst>
          </p:cNvPr>
          <p:cNvSpPr>
            <a:spLocks noGrp="1"/>
          </p:cNvSpPr>
          <p:nvPr/>
        </p:nvSpPr>
        <p:spPr>
          <a:xfrm>
            <a:off x="11144250" y="6419850"/>
            <a:ext cx="552450" cy="190500"/>
          </a:xfrm>
          <a:prstGeom prst="rect">
            <a:avLst/>
          </a:prstGeom>
          <a:solidFill>
            <a:srgbClr val="000000">
              <a:alpha val="0"/>
            </a:srgbClr>
          </a:solidFill>
          <a:ln w="0">
            <a:solidFill>
              <a:srgbClr val="000000">
                <a:alpha val="0"/>
              </a:srgbClr>
            </a:solidFill>
            <a:prstDash val="solid"/>
          </a:ln>
        </p:spPr>
        <p:txBody>
          <a:bodyPr lIns="0" tIns="0" rIns="0" bIns="0" anchor="t"/>
          <a:lstStyle/>
          <a:p>
            <a:pPr algn="r">
              <a:def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defRPr>
            </a:pPr>
            <a:r>
              <a:rPr sz="900" b="0">
                <a:solidFill>
                  <a:srgbClr val="59687D"/>
                </a:solidFill>
                <a:latin typeface="Aptos Mono"/>
                <a:ea typeface="Aptos Mono"/>
                <a:cs typeface="Aptos Mono"/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5560468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4" name="Google Shape;4774;p17"/>
          <p:cNvSpPr txBox="1">
            <a:spLocks noGrp="1"/>
          </p:cNvSpPr>
          <p:nvPr>
            <p:ph type="title"/>
          </p:nvPr>
        </p:nvSpPr>
        <p:spPr>
          <a:xfrm>
            <a:off x="560833" y="426733"/>
            <a:ext cx="11180000" cy="60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rmAutofit/>
          </a:bodyPr>
          <a:lstStyle/>
          <a:p>
            <a:r>
              <a:rPr lang="en-US"/>
              <a:t>THANK YOU</a:t>
            </a:r>
            <a:endParaRPr sz="3867">
              <a:solidFill>
                <a:schemeClr val="lt1"/>
              </a:solidFill>
              <a:highlight>
                <a:schemeClr val="dk1"/>
              </a:highlight>
            </a:endParaRPr>
          </a:p>
          <a:p>
            <a:endParaRPr sz="3867">
              <a:solidFill>
                <a:schemeClr val="lt1"/>
              </a:solidFill>
              <a:highlight>
                <a:schemeClr val="dk1"/>
              </a:highlight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solidFill>
          <a:schemeClr val="dk1"/>
        </a:solidFill>
        <a:solidFill>
          <a:schemeClr val="accent1"/>
        </a:soli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2023 ASU Template Master (Official from Enterprise Brand Strategy and Management)">
  <a:themeElements>
    <a:clrScheme name="Simple Light">
      <a:dk1>
        <a:srgbClr val="191919"/>
      </a:dk1>
      <a:lt1>
        <a:srgbClr val="FFFFFF"/>
      </a:lt1>
      <a:dk2>
        <a:srgbClr val="747474"/>
      </a:dk2>
      <a:lt2>
        <a:srgbClr val="E8E8E8"/>
      </a:lt2>
      <a:accent1>
        <a:srgbClr val="FFC627"/>
      </a:accent1>
      <a:accent2>
        <a:srgbClr val="8C1D40"/>
      </a:accent2>
      <a:accent3>
        <a:srgbClr val="78BE20"/>
      </a:accent3>
      <a:accent4>
        <a:srgbClr val="FF7F32"/>
      </a:accent4>
      <a:accent5>
        <a:srgbClr val="00A3E0"/>
      </a:accent5>
      <a:accent6>
        <a:srgbClr val="CC2F2F"/>
      </a:accent6>
      <a:hlink>
        <a:srgbClr val="8C1D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solidFill>
          <a:schemeClr val="dk1"/>
        </a:solidFill>
        <a:solidFill>
          <a:schemeClr val="accent1"/>
        </a:soli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268</TotalTime>
  <Words>1113</Words>
  <Application>Microsoft Macintosh PowerPoint</Application>
  <DocSecurity>0</DocSecurity>
  <PresentationFormat>Widescreen</PresentationFormat>
  <Paragraphs>281</Paragraphs>
  <Slides>13</Slides>
  <Notes>13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13</vt:i4>
      </vt:variant>
    </vt:vector>
  </HeadingPairs>
  <TitlesOfParts>
    <vt:vector size="20" baseType="lpstr">
      <vt:lpstr>Aptos</vt:lpstr>
      <vt:lpstr>Aptos Display</vt:lpstr>
      <vt:lpstr>Aptos Mono</vt:lpstr>
      <vt:lpstr>Arial</vt:lpstr>
      <vt:lpstr>Calibri</vt:lpstr>
      <vt:lpstr>ChatGPT</vt:lpstr>
      <vt:lpstr>2023 ASU Template Master (Official from Enterprise Brand Strategy and Management)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THANK YOU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</dc:title>
  <dc:creator>Walnut Exporter</dc:creator>
  <cp:lastModifiedBy>Sanjay Soralamavu Dev (Student)</cp:lastModifiedBy>
  <cp:revision>2</cp:revision>
  <dcterms:created xsi:type="dcterms:W3CDTF">2026-05-02T23:50:17Z</dcterms:created>
  <dcterms:modified xsi:type="dcterms:W3CDTF">2026-05-03T05:09:00Z</dcterms:modified>
</cp:coreProperties>
</file>